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69" r:id="rId2"/>
    <p:sldId id="265" r:id="rId3"/>
    <p:sldId id="266" r:id="rId4"/>
    <p:sldId id="256" r:id="rId5"/>
    <p:sldId id="267" r:id="rId6"/>
    <p:sldId id="268" r:id="rId7"/>
    <p:sldId id="272" r:id="rId8"/>
    <p:sldId id="274" r:id="rId9"/>
    <p:sldId id="278" r:id="rId10"/>
    <p:sldId id="273" r:id="rId11"/>
    <p:sldId id="270" r:id="rId12"/>
    <p:sldId id="275" r:id="rId13"/>
    <p:sldId id="276" r:id="rId14"/>
    <p:sldId id="277" r:id="rId15"/>
    <p:sldId id="257" r:id="rId1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8383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345" autoAdjust="0"/>
    <p:restoredTop sz="94660"/>
  </p:normalViewPr>
  <p:slideViewPr>
    <p:cSldViewPr snapToGrid="0">
      <p:cViewPr varScale="1">
        <p:scale>
          <a:sx n="89" d="100"/>
          <a:sy n="89" d="100"/>
        </p:scale>
        <p:origin x="360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864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039727F-8767-434B-B882-934FD575EAC2}" type="datetimeFigureOut">
              <a:rPr lang="ko-KR" altLang="en-US" smtClean="0"/>
              <a:t>2025-10-07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FC438C-23D7-4788-A9AB-10CF1B85A4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33457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31092F-A4E9-4FC7-ACAC-D03F2B25D36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C3591CC-42A9-4CED-8C89-8CDE599EFE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5F2437F-9328-4048-B1FE-53BDF8BFA7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491760-D555-459B-AEF6-339BF8A4FBFA}" type="datetimeFigureOut">
              <a:rPr lang="ko-KR" altLang="en-US" smtClean="0"/>
              <a:t>2025-10-07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7222379-C289-48CD-9320-8B8AEB9A66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2465D48-6209-404C-BDFC-D1B0450786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C59FA-E5B2-4292-A8DF-9225DAFFD61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96304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09511C-577B-46B7-87FF-B8E9668E24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BB7F1E2-F387-4DE5-B302-C531D4A8A1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48CDB36-29E6-447E-A638-C27123B940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491760-D555-459B-AEF6-339BF8A4FBFA}" type="datetimeFigureOut">
              <a:rPr lang="ko-KR" altLang="en-US" smtClean="0"/>
              <a:t>2025-10-07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A763A33-E8B3-4566-BAC6-3010B29FD5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ED4DE13-17AB-4FE6-98C9-652006C27E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C59FA-E5B2-4292-A8DF-9225DAFFD61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39856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E55355C-10B1-4BE0-84B7-A07E23762F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CA6E17B-8365-4C4D-80FD-1C08643B86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39E4B32-3636-4770-9141-28F933631D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491760-D555-459B-AEF6-339BF8A4FBFA}" type="datetimeFigureOut">
              <a:rPr lang="ko-KR" altLang="en-US" smtClean="0"/>
              <a:t>2025-10-07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ED045D2-97DF-492C-9E8A-7AAEF9830D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8551D6D-C420-40CB-A23E-DDE1EDF62D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C59FA-E5B2-4292-A8DF-9225DAFFD61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785126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B19D36-D45D-452B-B97A-C68D4F06C2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A80B1C1-5794-494E-B800-198DA5F02BA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88FD690-0ADF-48E2-BC3C-23EBA9B849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C571EA7-BDFF-4FFD-BB44-F56A5665F4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491760-D555-459B-AEF6-339BF8A4FBFA}" type="datetimeFigureOut">
              <a:rPr lang="ko-KR" altLang="en-US" smtClean="0"/>
              <a:t>2025-10-07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B9205DB-110C-41F2-BC5A-ACF7A2B58E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33EA476-1F1F-4D54-89FC-C67E28C51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C59FA-E5B2-4292-A8DF-9225DAFFD61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102933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A97200-83A4-4DBA-AB50-9CF79FBE88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DA3E2DD-8927-4785-ACCD-5A97CA4EED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7411C9D-5898-4B7B-A44E-7D35E8D8DF1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0BF0A61-17A9-4470-967C-8936F532E1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68343B44-A9DF-4836-A4DF-E851C52261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8E2D1806-E302-4E4A-A01B-A0647882D2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491760-D555-459B-AEF6-339BF8A4FBFA}" type="datetimeFigureOut">
              <a:rPr lang="ko-KR" altLang="en-US" smtClean="0"/>
              <a:t>2025-10-07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ECABA482-EAB4-4C70-A71A-8C17DF0074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66CC41F9-B952-4419-8C91-389490BC17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C59FA-E5B2-4292-A8DF-9225DAFFD61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506268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D05E1E-CC7C-4E58-9133-10803EF60B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40566BE0-2BA6-4A95-B84A-C4EB968B35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491760-D555-459B-AEF6-339BF8A4FBFA}" type="datetimeFigureOut">
              <a:rPr lang="ko-KR" altLang="en-US" smtClean="0"/>
              <a:t>2025-10-07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7245AD3-6A13-480B-805C-92545EADFD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3DA8FE8-7EAF-4567-8929-F3A6D174ED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C59FA-E5B2-4292-A8DF-9225DAFFD61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87947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1A9CA29E-9F7C-4193-A40B-E93F6B4E21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491760-D555-459B-AEF6-339BF8A4FBFA}" type="datetimeFigureOut">
              <a:rPr lang="ko-KR" altLang="en-US" smtClean="0"/>
              <a:t>2025-10-07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0B11EE8F-7FC2-4065-974F-397B6BEEB2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D207B11-6F49-450A-AE76-30DC108971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C59FA-E5B2-4292-A8DF-9225DAFFD61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956638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EF20CFB-FA35-4CC7-B2C0-0F2C4359F1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CBC137-7E4E-48E2-916D-A5DE9B0C80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063B1EB-F71D-44D4-8638-936C7CBA3C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FFFCC0B-A9E8-4CD6-931D-1FCD90AA59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491760-D555-459B-AEF6-339BF8A4FBFA}" type="datetimeFigureOut">
              <a:rPr lang="ko-KR" altLang="en-US" smtClean="0"/>
              <a:t>2025-10-07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7743695-3545-49C5-844C-B2C3E53803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F752606-7DCB-4B91-B0C7-CACD3B6638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C59FA-E5B2-4292-A8DF-9225DAFFD61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367947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EF399D-43D4-48A1-9146-4B32EA6939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A2E56986-DBD1-4E6F-AC55-3F586ED00AF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C19910B-CEEB-4A12-8DCF-2C50C045D11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F73CFBC-8610-4777-B40C-6A842143BA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491760-D555-459B-AEF6-339BF8A4FBFA}" type="datetimeFigureOut">
              <a:rPr lang="ko-KR" altLang="en-US" smtClean="0"/>
              <a:t>2025-10-07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E52D2E0-293D-4771-99A1-E3640CDC9F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61930DA-5CCF-4481-ABCE-2F0446F25E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C59FA-E5B2-4292-A8DF-9225DAFFD61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81736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E48ECF-E5E1-4D5C-AEC6-B1B85D7BB5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B00B85A-1684-419A-8F1E-02807E02EC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FD7BAF8-B3D9-45B0-9CE6-440B295ACB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491760-D555-459B-AEF6-339BF8A4FBFA}" type="datetimeFigureOut">
              <a:rPr lang="ko-KR" altLang="en-US" smtClean="0"/>
              <a:t>2025-10-07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4A1FFC0-7A80-41DD-9E39-24A80BA888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8FA3F82-5AF5-403D-B703-E6382EE918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C59FA-E5B2-4292-A8DF-9225DAFFD61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920615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C12BEC7D-068E-4403-918B-0070EFD9341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0D89CD4-BA2F-45C2-B975-548D144EA2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5F3774E-F64F-4B37-8D4C-9EB6828A4E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491760-D555-459B-AEF6-339BF8A4FBFA}" type="datetimeFigureOut">
              <a:rPr lang="ko-KR" altLang="en-US" smtClean="0"/>
              <a:t>2025-10-07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C602192-A426-4969-BE9B-67D210A49B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7821A8B-3C3E-4305-BC25-DB649105B7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C59FA-E5B2-4292-A8DF-9225DAFFD61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43729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CB3F076B-724F-445B-B11C-88E37DC155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B2C61DE-25E2-42F8-BEB2-7E5B8B7D9E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7306DC6-AC47-41DC-9F56-837C5D2AD04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F491760-D555-459B-AEF6-339BF8A4FBFA}" type="datetimeFigureOut">
              <a:rPr lang="ko-KR" altLang="en-US" smtClean="0"/>
              <a:t>2025-10-07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4B3A3E0-F01A-4ED5-90E1-597211900C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978ADF9-EDA6-45D4-AF4B-A7CE1B4F6D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4C59FA-E5B2-4292-A8DF-9225DAFFD61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853613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13F15FD-E9FD-489A-8332-3F2322069F66}"/>
              </a:ext>
            </a:extLst>
          </p:cNvPr>
          <p:cNvSpPr txBox="1"/>
          <p:nvPr/>
        </p:nvSpPr>
        <p:spPr>
          <a:xfrm>
            <a:off x="4254500" y="0"/>
            <a:ext cx="3683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Arial Black" panose="020B0A04020102020204" pitchFamily="34" charset="0"/>
              </a:rPr>
              <a:t>MAIN PAGE</a:t>
            </a:r>
            <a:endParaRPr lang="ko-KR" altLang="en-US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988539A-18B4-4EE0-84B8-81B40CA98261}"/>
              </a:ext>
            </a:extLst>
          </p:cNvPr>
          <p:cNvSpPr/>
          <p:nvPr/>
        </p:nvSpPr>
        <p:spPr>
          <a:xfrm>
            <a:off x="0" y="0"/>
            <a:ext cx="2362200" cy="6858000"/>
          </a:xfrm>
          <a:prstGeom prst="rect">
            <a:avLst/>
          </a:prstGeom>
          <a:solidFill>
            <a:schemeClr val="bg1">
              <a:lumMod val="85000"/>
              <a:alpha val="42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7F477874-11F8-4F8D-8555-DF51CED02644}"/>
              </a:ext>
            </a:extLst>
          </p:cNvPr>
          <p:cNvSpPr/>
          <p:nvPr/>
        </p:nvSpPr>
        <p:spPr>
          <a:xfrm>
            <a:off x="241300" y="165100"/>
            <a:ext cx="1917700" cy="393700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Login/Sign-up</a:t>
            </a: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A437EB1A-7611-4796-9EFB-4560455A5B55}"/>
              </a:ext>
            </a:extLst>
          </p:cNvPr>
          <p:cNvGrpSpPr/>
          <p:nvPr/>
        </p:nvGrpSpPr>
        <p:grpSpPr>
          <a:xfrm>
            <a:off x="52916" y="1946156"/>
            <a:ext cx="2294467" cy="4645144"/>
            <a:chOff x="2484967" y="690949"/>
            <a:chExt cx="3712633" cy="6108475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B61CD440-A658-46E9-9D9D-99E954D0867C}"/>
                </a:ext>
              </a:extLst>
            </p:cNvPr>
            <p:cNvSpPr txBox="1"/>
            <p:nvPr/>
          </p:nvSpPr>
          <p:spPr>
            <a:xfrm>
              <a:off x="2514600" y="690949"/>
              <a:ext cx="36830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2400" dirty="0">
                  <a:solidFill>
                    <a:schemeClr val="bg1"/>
                  </a:solidFill>
                  <a:latin typeface="Arial Black" panose="020B0A04020102020204" pitchFamily="34" charset="0"/>
                </a:rPr>
                <a:t>Projects</a:t>
              </a:r>
              <a:endParaRPr lang="ko-KR" altLang="en-US" sz="2400" dirty="0">
                <a:solidFill>
                  <a:schemeClr val="bg1"/>
                </a:solidFill>
                <a:latin typeface="Arial Black" panose="020B0A04020102020204" pitchFamily="34" charset="0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2C9F9928-E1EE-4422-8BBC-3C1F861F9D7E}"/>
                </a:ext>
              </a:extLst>
            </p:cNvPr>
            <p:cNvSpPr txBox="1">
              <a:spLocks/>
            </p:cNvSpPr>
            <p:nvPr/>
          </p:nvSpPr>
          <p:spPr>
            <a:xfrm>
              <a:off x="2514600" y="1702812"/>
              <a:ext cx="36830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>
                  <a:solidFill>
                    <a:schemeClr val="bg1"/>
                  </a:solidFill>
                  <a:latin typeface="Arial Black" panose="020B0A04020102020204" pitchFamily="34" charset="0"/>
                </a:rPr>
                <a:t>Project 1</a:t>
              </a:r>
              <a:endParaRPr lang="ko-KR" altLang="en-US" dirty="0">
                <a:solidFill>
                  <a:schemeClr val="bg1"/>
                </a:solidFill>
                <a:latin typeface="Arial Black" panose="020B0A04020102020204" pitchFamily="34" charset="0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3011B4CA-B5CA-44BA-BEE3-54ABFA82D054}"/>
                </a:ext>
              </a:extLst>
            </p:cNvPr>
            <p:cNvSpPr txBox="1">
              <a:spLocks/>
            </p:cNvSpPr>
            <p:nvPr/>
          </p:nvSpPr>
          <p:spPr>
            <a:xfrm>
              <a:off x="2514600" y="2293865"/>
              <a:ext cx="36830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>
                  <a:solidFill>
                    <a:schemeClr val="bg1"/>
                  </a:solidFill>
                  <a:latin typeface="Arial Black" panose="020B0A04020102020204" pitchFamily="34" charset="0"/>
                </a:rPr>
                <a:t>Project 2</a:t>
              </a:r>
              <a:endParaRPr lang="ko-KR" altLang="en-US" dirty="0">
                <a:solidFill>
                  <a:schemeClr val="bg1"/>
                </a:solidFill>
                <a:latin typeface="Arial Black" panose="020B0A04020102020204" pitchFamily="34" charset="0"/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EBFCEDA1-E503-43F8-A310-4D31DD54A202}"/>
                </a:ext>
              </a:extLst>
            </p:cNvPr>
            <p:cNvSpPr txBox="1">
              <a:spLocks/>
            </p:cNvSpPr>
            <p:nvPr/>
          </p:nvSpPr>
          <p:spPr>
            <a:xfrm>
              <a:off x="2514600" y="3261051"/>
              <a:ext cx="36830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>
                  <a:solidFill>
                    <a:schemeClr val="bg1"/>
                  </a:solidFill>
                  <a:latin typeface="Arial Black" panose="020B0A04020102020204" pitchFamily="34" charset="0"/>
                </a:rPr>
                <a:t>Project 4</a:t>
              </a:r>
              <a:endParaRPr lang="ko-KR" altLang="en-US" dirty="0">
                <a:solidFill>
                  <a:schemeClr val="bg1"/>
                </a:solidFill>
                <a:latin typeface="Arial Black" panose="020B0A04020102020204" pitchFamily="34" charset="0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FAC2F7F-E4AA-4C97-8FE1-3DBDBC10515E}"/>
                </a:ext>
              </a:extLst>
            </p:cNvPr>
            <p:cNvSpPr txBox="1">
              <a:spLocks/>
            </p:cNvSpPr>
            <p:nvPr/>
          </p:nvSpPr>
          <p:spPr>
            <a:xfrm>
              <a:off x="2514600" y="3815656"/>
              <a:ext cx="36830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>
                  <a:solidFill>
                    <a:schemeClr val="bg1"/>
                  </a:solidFill>
                  <a:latin typeface="Arial Black" panose="020B0A04020102020204" pitchFamily="34" charset="0"/>
                </a:rPr>
                <a:t>Project 5</a:t>
              </a:r>
              <a:endParaRPr lang="ko-KR" altLang="en-US" dirty="0">
                <a:solidFill>
                  <a:schemeClr val="bg1"/>
                </a:solidFill>
                <a:latin typeface="Arial Black" panose="020B0A04020102020204" pitchFamily="34" charset="0"/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45C10D49-74D7-4EC9-BA1B-077CAE6CE867}"/>
                </a:ext>
              </a:extLst>
            </p:cNvPr>
            <p:cNvSpPr txBox="1">
              <a:spLocks/>
            </p:cNvSpPr>
            <p:nvPr/>
          </p:nvSpPr>
          <p:spPr>
            <a:xfrm>
              <a:off x="2484967" y="4305827"/>
              <a:ext cx="36830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>
                  <a:solidFill>
                    <a:schemeClr val="bg1"/>
                  </a:solidFill>
                  <a:latin typeface="Arial Black" panose="020B0A04020102020204" pitchFamily="34" charset="0"/>
                </a:rPr>
                <a:t>Project 6</a:t>
              </a:r>
              <a:endParaRPr lang="ko-KR" altLang="en-US" dirty="0">
                <a:solidFill>
                  <a:schemeClr val="bg1"/>
                </a:solidFill>
                <a:latin typeface="Arial Black" panose="020B0A04020102020204" pitchFamily="34" charset="0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1CA543E-3D00-472E-84AC-C7EBD05C55A3}"/>
                </a:ext>
              </a:extLst>
            </p:cNvPr>
            <p:cNvSpPr txBox="1"/>
            <p:nvPr/>
          </p:nvSpPr>
          <p:spPr>
            <a:xfrm>
              <a:off x="2484967" y="5045098"/>
              <a:ext cx="3683000" cy="175432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>
                  <a:solidFill>
                    <a:schemeClr val="bg1"/>
                  </a:solidFill>
                  <a:latin typeface="Arial Black" panose="020B0A04020102020204" pitchFamily="34" charset="0"/>
                </a:rPr>
                <a:t>.</a:t>
              </a:r>
            </a:p>
            <a:p>
              <a:pPr algn="ctr"/>
              <a:r>
                <a:rPr lang="en-US" altLang="ko-KR" dirty="0">
                  <a:solidFill>
                    <a:schemeClr val="bg1"/>
                  </a:solidFill>
                  <a:latin typeface="Arial Black" panose="020B0A04020102020204" pitchFamily="34" charset="0"/>
                </a:rPr>
                <a:t>.</a:t>
              </a:r>
            </a:p>
            <a:p>
              <a:pPr algn="ctr"/>
              <a:r>
                <a:rPr lang="en-US" altLang="ko-KR" dirty="0">
                  <a:solidFill>
                    <a:schemeClr val="bg1"/>
                  </a:solidFill>
                  <a:latin typeface="Arial Black" panose="020B0A04020102020204" pitchFamily="34" charset="0"/>
                </a:rPr>
                <a:t>.</a:t>
              </a:r>
            </a:p>
            <a:p>
              <a:pPr algn="ctr"/>
              <a:r>
                <a:rPr lang="en-US" altLang="ko-KR" dirty="0">
                  <a:solidFill>
                    <a:schemeClr val="bg1"/>
                  </a:solidFill>
                  <a:latin typeface="Arial Black" panose="020B0A04020102020204" pitchFamily="34" charset="0"/>
                </a:rPr>
                <a:t>.</a:t>
              </a:r>
            </a:p>
            <a:p>
              <a:pPr algn="ctr"/>
              <a:r>
                <a:rPr lang="en-US" altLang="ko-KR" dirty="0">
                  <a:solidFill>
                    <a:schemeClr val="bg1"/>
                  </a:solidFill>
                  <a:latin typeface="Arial Black" panose="020B0A04020102020204" pitchFamily="34" charset="0"/>
                </a:rPr>
                <a:t>.</a:t>
              </a:r>
            </a:p>
            <a:p>
              <a:pPr algn="ctr"/>
              <a:endParaRPr lang="ko-KR" altLang="en-US" dirty="0">
                <a:solidFill>
                  <a:schemeClr val="bg1"/>
                </a:solidFill>
                <a:latin typeface="Arial Black" panose="020B0A04020102020204" pitchFamily="34" charset="0"/>
              </a:endParaRP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F7C3E176-2D75-4605-9633-ED90C256C7DA}"/>
                </a:ext>
              </a:extLst>
            </p:cNvPr>
            <p:cNvSpPr txBox="1">
              <a:spLocks/>
            </p:cNvSpPr>
            <p:nvPr/>
          </p:nvSpPr>
          <p:spPr>
            <a:xfrm>
              <a:off x="2484967" y="2772290"/>
              <a:ext cx="36830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>
                  <a:solidFill>
                    <a:schemeClr val="bg1"/>
                  </a:solidFill>
                  <a:latin typeface="Arial Black" panose="020B0A04020102020204" pitchFamily="34" charset="0"/>
                </a:rPr>
                <a:t>Project 3</a:t>
              </a:r>
              <a:endParaRPr lang="ko-KR" altLang="en-US" dirty="0">
                <a:solidFill>
                  <a:schemeClr val="bg1"/>
                </a:solidFill>
                <a:latin typeface="Arial Black" panose="020B0A04020102020204" pitchFamily="34" charset="0"/>
              </a:endParaRPr>
            </a:p>
          </p:txBody>
        </p:sp>
      </p:grp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B76AEB37-45AF-4F3E-B53F-4DEE9D6DCD04}"/>
              </a:ext>
            </a:extLst>
          </p:cNvPr>
          <p:cNvSpPr/>
          <p:nvPr/>
        </p:nvSpPr>
        <p:spPr>
          <a:xfrm>
            <a:off x="2539999" y="2271242"/>
            <a:ext cx="2527300" cy="316733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Arial Black" panose="020B0A04020102020204" pitchFamily="34" charset="0"/>
              </a:rPr>
              <a:t>Task1</a:t>
            </a:r>
            <a:endParaRPr lang="ko-KR" altLang="en-US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B3C21E22-7BB4-4757-AC46-145C4F3E448A}"/>
              </a:ext>
            </a:extLst>
          </p:cNvPr>
          <p:cNvGrpSpPr/>
          <p:nvPr/>
        </p:nvGrpSpPr>
        <p:grpSpPr>
          <a:xfrm>
            <a:off x="2400300" y="348289"/>
            <a:ext cx="9791700" cy="1367371"/>
            <a:chOff x="2400300" y="348289"/>
            <a:chExt cx="9791700" cy="1367371"/>
          </a:xfrm>
        </p:grpSpPr>
        <p:sp>
          <p:nvSpPr>
            <p:cNvPr id="7" name="사각형: 둥근 모서리 6">
              <a:extLst>
                <a:ext uri="{FF2B5EF4-FFF2-40B4-BE49-F238E27FC236}">
                  <a16:creationId xmlns:a16="http://schemas.microsoft.com/office/drawing/2014/main" id="{95C63F5F-06CB-432E-8B15-443EC1DB66B1}"/>
                </a:ext>
              </a:extLst>
            </p:cNvPr>
            <p:cNvSpPr/>
            <p:nvPr/>
          </p:nvSpPr>
          <p:spPr>
            <a:xfrm>
              <a:off x="2400300" y="348289"/>
              <a:ext cx="9791700" cy="1367371"/>
            </a:xfrm>
            <a:prstGeom prst="round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C9EC5B86-EBF5-47C5-823D-3CF5CF9E365C}"/>
                </a:ext>
              </a:extLst>
            </p:cNvPr>
            <p:cNvSpPr/>
            <p:nvPr/>
          </p:nvSpPr>
          <p:spPr>
            <a:xfrm>
              <a:off x="2520948" y="431800"/>
              <a:ext cx="9423400" cy="1153377"/>
            </a:xfrm>
            <a:prstGeom prst="rect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sz="2800" dirty="0">
                  <a:solidFill>
                    <a:schemeClr val="bg2">
                      <a:lumMod val="50000"/>
                    </a:schemeClr>
                  </a:solidFill>
                </a:rPr>
                <a:t>로그인 후 이용해 주세요</a:t>
              </a:r>
              <a:r>
                <a:rPr lang="en-US" altLang="ko-KR" sz="2800" dirty="0">
                  <a:solidFill>
                    <a:schemeClr val="bg2">
                      <a:lumMod val="50000"/>
                    </a:schemeClr>
                  </a:solidFill>
                </a:rPr>
                <a:t>…</a:t>
              </a:r>
              <a:endParaRPr lang="ko-KR" altLang="en-US" sz="280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DC93E3F0-150F-46A7-A8BF-F059692755FC}"/>
              </a:ext>
            </a:extLst>
          </p:cNvPr>
          <p:cNvSpPr txBox="1"/>
          <p:nvPr/>
        </p:nvSpPr>
        <p:spPr>
          <a:xfrm>
            <a:off x="2539999" y="1901910"/>
            <a:ext cx="2527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bg2">
                    <a:lumMod val="50000"/>
                  </a:schemeClr>
                </a:solidFill>
              </a:rPr>
              <a:t>Project1 name</a:t>
            </a:r>
          </a:p>
        </p:txBody>
      </p:sp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854590FA-4B7C-4DB2-8D80-00154BA1059E}"/>
              </a:ext>
            </a:extLst>
          </p:cNvPr>
          <p:cNvSpPr/>
          <p:nvPr/>
        </p:nvSpPr>
        <p:spPr>
          <a:xfrm>
            <a:off x="5410200" y="2271241"/>
            <a:ext cx="2527300" cy="316733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Arial Black" panose="020B0A04020102020204" pitchFamily="34" charset="0"/>
              </a:rPr>
              <a:t>Task2</a:t>
            </a:r>
            <a:endParaRPr lang="ko-KR" altLang="en-US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EF838FCC-373D-4D02-94E2-EC39035DFB96}"/>
              </a:ext>
            </a:extLst>
          </p:cNvPr>
          <p:cNvSpPr/>
          <p:nvPr/>
        </p:nvSpPr>
        <p:spPr>
          <a:xfrm>
            <a:off x="8280401" y="2271240"/>
            <a:ext cx="2527300" cy="316733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Arial Black" panose="020B0A04020102020204" pitchFamily="34" charset="0"/>
              </a:rPr>
              <a:t>Task3</a:t>
            </a:r>
            <a:endParaRPr lang="ko-KR" altLang="en-US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550B71D0-36B2-4166-8CDA-7B72C1232A6C}"/>
              </a:ext>
            </a:extLst>
          </p:cNvPr>
          <p:cNvSpPr/>
          <p:nvPr/>
        </p:nvSpPr>
        <p:spPr>
          <a:xfrm>
            <a:off x="2539999" y="3357677"/>
            <a:ext cx="2527300" cy="316733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Arial Black" panose="020B0A04020102020204" pitchFamily="34" charset="0"/>
              </a:rPr>
              <a:t>Task1</a:t>
            </a:r>
            <a:endParaRPr lang="ko-KR" altLang="en-US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CF49F6D-A1D2-45A0-97A7-6350BDCF490D}"/>
              </a:ext>
            </a:extLst>
          </p:cNvPr>
          <p:cNvSpPr txBox="1"/>
          <p:nvPr/>
        </p:nvSpPr>
        <p:spPr>
          <a:xfrm>
            <a:off x="2539999" y="2988345"/>
            <a:ext cx="2527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bg2">
                    <a:lumMod val="50000"/>
                  </a:schemeClr>
                </a:solidFill>
              </a:rPr>
              <a:t>Project2 name</a:t>
            </a: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2479A4B9-6E72-4DA8-8A5B-309EBE355097}"/>
              </a:ext>
            </a:extLst>
          </p:cNvPr>
          <p:cNvSpPr/>
          <p:nvPr/>
        </p:nvSpPr>
        <p:spPr>
          <a:xfrm>
            <a:off x="5410200" y="3357676"/>
            <a:ext cx="2527300" cy="316733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Arial Black" panose="020B0A04020102020204" pitchFamily="34" charset="0"/>
              </a:rPr>
              <a:t>Task2</a:t>
            </a:r>
            <a:endParaRPr lang="ko-KR" altLang="en-US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260EA1B8-6CB1-4EC7-9EE1-6AB03B3F70A9}"/>
              </a:ext>
            </a:extLst>
          </p:cNvPr>
          <p:cNvSpPr/>
          <p:nvPr/>
        </p:nvSpPr>
        <p:spPr>
          <a:xfrm>
            <a:off x="8280401" y="3357675"/>
            <a:ext cx="2527300" cy="316733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Arial Black" panose="020B0A04020102020204" pitchFamily="34" charset="0"/>
              </a:rPr>
              <a:t>Task3</a:t>
            </a:r>
            <a:endParaRPr lang="ko-KR" altLang="en-US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1B836A48-3D02-410C-8CAC-C2E9FBFB3E03}"/>
              </a:ext>
            </a:extLst>
          </p:cNvPr>
          <p:cNvSpPr/>
          <p:nvPr/>
        </p:nvSpPr>
        <p:spPr>
          <a:xfrm>
            <a:off x="2539999" y="4536697"/>
            <a:ext cx="2527300" cy="316733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Arial Black" panose="020B0A04020102020204" pitchFamily="34" charset="0"/>
              </a:rPr>
              <a:t>Task1</a:t>
            </a:r>
            <a:endParaRPr lang="ko-KR" altLang="en-US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560B008-E7E4-48F3-A3BF-96B8F1C99995}"/>
              </a:ext>
            </a:extLst>
          </p:cNvPr>
          <p:cNvSpPr txBox="1"/>
          <p:nvPr/>
        </p:nvSpPr>
        <p:spPr>
          <a:xfrm>
            <a:off x="2539999" y="4167365"/>
            <a:ext cx="2527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bg2">
                    <a:lumMod val="50000"/>
                  </a:schemeClr>
                </a:solidFill>
              </a:rPr>
              <a:t>Project3 name</a:t>
            </a:r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A1B1B82E-AA69-4635-9BAD-CA7F2CA933E3}"/>
              </a:ext>
            </a:extLst>
          </p:cNvPr>
          <p:cNvSpPr/>
          <p:nvPr/>
        </p:nvSpPr>
        <p:spPr>
          <a:xfrm>
            <a:off x="5410200" y="4536696"/>
            <a:ext cx="2527300" cy="316733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Arial Black" panose="020B0A04020102020204" pitchFamily="34" charset="0"/>
              </a:rPr>
              <a:t>Task2</a:t>
            </a:r>
            <a:endParaRPr lang="ko-KR" altLang="en-US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51139DE3-BC25-4DAC-ABA2-395B918ECA9F}"/>
              </a:ext>
            </a:extLst>
          </p:cNvPr>
          <p:cNvSpPr/>
          <p:nvPr/>
        </p:nvSpPr>
        <p:spPr>
          <a:xfrm>
            <a:off x="8280401" y="4536695"/>
            <a:ext cx="2527300" cy="316733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Arial Black" panose="020B0A04020102020204" pitchFamily="34" charset="0"/>
              </a:rPr>
              <a:t>Task3</a:t>
            </a:r>
            <a:endParaRPr lang="ko-KR" altLang="en-US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sp>
        <p:nvSpPr>
          <p:cNvPr id="50" name="사각형: 둥근 모서리 49">
            <a:extLst>
              <a:ext uri="{FF2B5EF4-FFF2-40B4-BE49-F238E27FC236}">
                <a16:creationId xmlns:a16="http://schemas.microsoft.com/office/drawing/2014/main" id="{15838416-46CB-416A-B069-38FA7A9E86CA}"/>
              </a:ext>
            </a:extLst>
          </p:cNvPr>
          <p:cNvSpPr/>
          <p:nvPr/>
        </p:nvSpPr>
        <p:spPr>
          <a:xfrm>
            <a:off x="2539999" y="5757121"/>
            <a:ext cx="2527300" cy="316733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Arial Black" panose="020B0A04020102020204" pitchFamily="34" charset="0"/>
              </a:rPr>
              <a:t>Task1</a:t>
            </a:r>
            <a:endParaRPr lang="ko-KR" altLang="en-US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D212880-207B-4C47-AC37-0ACB04FB88FC}"/>
              </a:ext>
            </a:extLst>
          </p:cNvPr>
          <p:cNvSpPr txBox="1"/>
          <p:nvPr/>
        </p:nvSpPr>
        <p:spPr>
          <a:xfrm>
            <a:off x="2539999" y="5387789"/>
            <a:ext cx="2527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bg2">
                    <a:lumMod val="50000"/>
                  </a:schemeClr>
                </a:solidFill>
              </a:rPr>
              <a:t>Project4 name</a:t>
            </a:r>
          </a:p>
        </p:txBody>
      </p:sp>
      <p:sp>
        <p:nvSpPr>
          <p:cNvPr id="53" name="사각형: 둥근 모서리 52">
            <a:extLst>
              <a:ext uri="{FF2B5EF4-FFF2-40B4-BE49-F238E27FC236}">
                <a16:creationId xmlns:a16="http://schemas.microsoft.com/office/drawing/2014/main" id="{F64F39A1-3815-4100-804C-79727A358287}"/>
              </a:ext>
            </a:extLst>
          </p:cNvPr>
          <p:cNvSpPr/>
          <p:nvPr/>
        </p:nvSpPr>
        <p:spPr>
          <a:xfrm>
            <a:off x="5410200" y="5757120"/>
            <a:ext cx="2527300" cy="316733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Arial Black" panose="020B0A04020102020204" pitchFamily="34" charset="0"/>
              </a:rPr>
              <a:t>Task2</a:t>
            </a:r>
            <a:endParaRPr lang="ko-KR" altLang="en-US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813E2750-595B-40C4-92B9-8EA45AFD5825}"/>
              </a:ext>
            </a:extLst>
          </p:cNvPr>
          <p:cNvSpPr/>
          <p:nvPr/>
        </p:nvSpPr>
        <p:spPr>
          <a:xfrm>
            <a:off x="8280401" y="5757119"/>
            <a:ext cx="2527300" cy="316733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Arial Black" panose="020B0A04020102020204" pitchFamily="34" charset="0"/>
              </a:rPr>
              <a:t>Task3</a:t>
            </a:r>
            <a:endParaRPr lang="ko-KR" altLang="en-US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F2C6AC5-06A3-4203-83A0-4E6F6ED69DF4}"/>
              </a:ext>
            </a:extLst>
          </p:cNvPr>
          <p:cNvSpPr txBox="1"/>
          <p:nvPr/>
        </p:nvSpPr>
        <p:spPr>
          <a:xfrm>
            <a:off x="11150600" y="2297226"/>
            <a:ext cx="8127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bg2">
                    <a:lumMod val="50000"/>
                  </a:schemeClr>
                </a:solidFill>
              </a:rPr>
              <a:t>……</a:t>
            </a:r>
            <a:endParaRPr lang="ko-KR" altLang="en-US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A3E3F56-9F4B-4E84-901B-43EFB0BF31E3}"/>
              </a:ext>
            </a:extLst>
          </p:cNvPr>
          <p:cNvSpPr txBox="1"/>
          <p:nvPr/>
        </p:nvSpPr>
        <p:spPr>
          <a:xfrm>
            <a:off x="11150599" y="3331375"/>
            <a:ext cx="8127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bg2">
                    <a:lumMod val="50000"/>
                  </a:schemeClr>
                </a:solidFill>
              </a:rPr>
              <a:t>……</a:t>
            </a:r>
            <a:endParaRPr lang="ko-KR" altLang="en-US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910D48B-5E53-4C9D-990B-1635A876563C}"/>
              </a:ext>
            </a:extLst>
          </p:cNvPr>
          <p:cNvSpPr txBox="1"/>
          <p:nvPr/>
        </p:nvSpPr>
        <p:spPr>
          <a:xfrm>
            <a:off x="11131550" y="4603172"/>
            <a:ext cx="8127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bg2">
                    <a:lumMod val="50000"/>
                  </a:schemeClr>
                </a:solidFill>
              </a:rPr>
              <a:t>……</a:t>
            </a:r>
            <a:endParaRPr lang="ko-KR" altLang="en-US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9ECB6FD-8EAD-40CF-BBB6-3D5610F30AF9}"/>
              </a:ext>
            </a:extLst>
          </p:cNvPr>
          <p:cNvSpPr txBox="1"/>
          <p:nvPr/>
        </p:nvSpPr>
        <p:spPr>
          <a:xfrm>
            <a:off x="11131549" y="5777839"/>
            <a:ext cx="8127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bg2">
                    <a:lumMod val="50000"/>
                  </a:schemeClr>
                </a:solidFill>
              </a:rPr>
              <a:t>……</a:t>
            </a:r>
            <a:endParaRPr lang="ko-KR" altLang="en-US" dirty="0">
              <a:solidFill>
                <a:schemeClr val="bg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631423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026B086A-CB13-4C02-B740-994080510741}"/>
              </a:ext>
            </a:extLst>
          </p:cNvPr>
          <p:cNvSpPr/>
          <p:nvPr/>
        </p:nvSpPr>
        <p:spPr>
          <a:xfrm>
            <a:off x="4552950" y="723900"/>
            <a:ext cx="3086100" cy="541020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9DF0436B-80D0-49AE-A83D-136B6DF86DB0}"/>
              </a:ext>
            </a:extLst>
          </p:cNvPr>
          <p:cNvSpPr/>
          <p:nvPr/>
        </p:nvSpPr>
        <p:spPr>
          <a:xfrm>
            <a:off x="4727575" y="1828800"/>
            <a:ext cx="2736850" cy="1371600"/>
          </a:xfrm>
          <a:prstGeom prst="round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391EE1C-7BBA-4DBC-A1A1-EB6083060447}"/>
              </a:ext>
            </a:extLst>
          </p:cNvPr>
          <p:cNvSpPr/>
          <p:nvPr/>
        </p:nvSpPr>
        <p:spPr>
          <a:xfrm>
            <a:off x="5029200" y="2057400"/>
            <a:ext cx="2197100" cy="3175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Id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41BACB2-2765-46B9-9A83-A91B24C3746F}"/>
              </a:ext>
            </a:extLst>
          </p:cNvPr>
          <p:cNvSpPr/>
          <p:nvPr/>
        </p:nvSpPr>
        <p:spPr>
          <a:xfrm>
            <a:off x="5029200" y="2603500"/>
            <a:ext cx="2197100" cy="3175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Password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85B7666-18BB-4AB6-B5E2-4A4B1A3BDF19}"/>
              </a:ext>
            </a:extLst>
          </p:cNvPr>
          <p:cNvSpPr txBox="1"/>
          <p:nvPr/>
        </p:nvSpPr>
        <p:spPr>
          <a:xfrm>
            <a:off x="4914900" y="1104900"/>
            <a:ext cx="2311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latin typeface="Arial Black" panose="020B0A04020102020204" pitchFamily="34" charset="0"/>
              </a:rPr>
              <a:t>Login Page</a:t>
            </a:r>
            <a:endParaRPr lang="ko-KR" altLang="en-US" dirty="0">
              <a:latin typeface="Arial Black" panose="020B0A04020102020204" pitchFamily="34" charset="0"/>
            </a:endParaRP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9A49418C-DF0C-41B5-9B46-E08A0426BB8C}"/>
              </a:ext>
            </a:extLst>
          </p:cNvPr>
          <p:cNvSpPr/>
          <p:nvPr/>
        </p:nvSpPr>
        <p:spPr>
          <a:xfrm>
            <a:off x="4759325" y="3981450"/>
            <a:ext cx="2736850" cy="1371600"/>
          </a:xfrm>
          <a:prstGeom prst="round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2448A590-FA67-4A73-913C-9EF076C47B8E}"/>
              </a:ext>
            </a:extLst>
          </p:cNvPr>
          <p:cNvSpPr/>
          <p:nvPr/>
        </p:nvSpPr>
        <p:spPr>
          <a:xfrm>
            <a:off x="4997450" y="4216400"/>
            <a:ext cx="2197100" cy="3175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Login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8A7892F1-8CC4-482E-8006-379C93721C47}"/>
              </a:ext>
            </a:extLst>
          </p:cNvPr>
          <p:cNvSpPr/>
          <p:nvPr/>
        </p:nvSpPr>
        <p:spPr>
          <a:xfrm>
            <a:off x="4997450" y="4800600"/>
            <a:ext cx="2197100" cy="3175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Sing-up</a:t>
            </a:r>
          </a:p>
        </p:txBody>
      </p:sp>
      <p:cxnSp>
        <p:nvCxnSpPr>
          <p:cNvPr id="11" name="연결선: 꺾임 10">
            <a:extLst>
              <a:ext uri="{FF2B5EF4-FFF2-40B4-BE49-F238E27FC236}">
                <a16:creationId xmlns:a16="http://schemas.microsoft.com/office/drawing/2014/main" id="{03FC594F-5FC9-4BCB-984E-CB20066B8899}"/>
              </a:ext>
            </a:extLst>
          </p:cNvPr>
          <p:cNvCxnSpPr>
            <a:cxnSpLocks/>
            <a:stCxn id="5" idx="3"/>
          </p:cNvCxnSpPr>
          <p:nvPr/>
        </p:nvCxnSpPr>
        <p:spPr>
          <a:xfrm flipV="1">
            <a:off x="7194550" y="2860676"/>
            <a:ext cx="2063750" cy="1514474"/>
          </a:xfrm>
          <a:prstGeom prst="bentConnector3">
            <a:avLst>
              <a:gd name="adj1" fmla="val 99846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연결선: 꺾임 11">
            <a:extLst>
              <a:ext uri="{FF2B5EF4-FFF2-40B4-BE49-F238E27FC236}">
                <a16:creationId xmlns:a16="http://schemas.microsoft.com/office/drawing/2014/main" id="{EA9A59A6-356E-42AD-9EF1-0C81DA0489BC}"/>
              </a:ext>
            </a:extLst>
          </p:cNvPr>
          <p:cNvCxnSpPr>
            <a:cxnSpLocks/>
            <a:stCxn id="6" idx="3"/>
          </p:cNvCxnSpPr>
          <p:nvPr/>
        </p:nvCxnSpPr>
        <p:spPr>
          <a:xfrm flipV="1">
            <a:off x="7194550" y="2849564"/>
            <a:ext cx="2063750" cy="210978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타원 13">
            <a:extLst>
              <a:ext uri="{FF2B5EF4-FFF2-40B4-BE49-F238E27FC236}">
                <a16:creationId xmlns:a16="http://schemas.microsoft.com/office/drawing/2014/main" id="{D8D6E719-7B6D-4718-8296-8EDC1EFE6885}"/>
              </a:ext>
            </a:extLst>
          </p:cNvPr>
          <p:cNvSpPr/>
          <p:nvPr/>
        </p:nvSpPr>
        <p:spPr>
          <a:xfrm>
            <a:off x="8094662" y="1881982"/>
            <a:ext cx="2327275" cy="914400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Button</a:t>
            </a:r>
            <a:endParaRPr lang="ko-KR" altLang="en-US" dirty="0"/>
          </a:p>
        </p:txBody>
      </p:sp>
      <p:cxnSp>
        <p:nvCxnSpPr>
          <p:cNvPr id="15" name="연결선: 꺾임 14">
            <a:extLst>
              <a:ext uri="{FF2B5EF4-FFF2-40B4-BE49-F238E27FC236}">
                <a16:creationId xmlns:a16="http://schemas.microsoft.com/office/drawing/2014/main" id="{E8F6D6A8-9383-4746-994C-7050E139194E}"/>
              </a:ext>
            </a:extLst>
          </p:cNvPr>
          <p:cNvCxnSpPr>
            <a:cxnSpLocks/>
            <a:stCxn id="3" idx="1"/>
          </p:cNvCxnSpPr>
          <p:nvPr/>
        </p:nvCxnSpPr>
        <p:spPr>
          <a:xfrm rot="10800000" flipV="1">
            <a:off x="2501900" y="2216149"/>
            <a:ext cx="2527300" cy="1058863"/>
          </a:xfrm>
          <a:prstGeom prst="bentConnector3">
            <a:avLst>
              <a:gd name="adj1" fmla="val 99749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CF8ACC11-1C9A-4AF4-B2B7-99DA491F50E0}"/>
              </a:ext>
            </a:extLst>
          </p:cNvPr>
          <p:cNvCxnSpPr>
            <a:cxnSpLocks/>
            <a:stCxn id="4" idx="1"/>
          </p:cNvCxnSpPr>
          <p:nvPr/>
        </p:nvCxnSpPr>
        <p:spPr>
          <a:xfrm rot="10800000" flipV="1">
            <a:off x="2501900" y="2762249"/>
            <a:ext cx="2527300" cy="539353"/>
          </a:xfrm>
          <a:prstGeom prst="bentConnector3">
            <a:avLst>
              <a:gd name="adj1" fmla="val 99246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타원 27">
            <a:extLst>
              <a:ext uri="{FF2B5EF4-FFF2-40B4-BE49-F238E27FC236}">
                <a16:creationId xmlns:a16="http://schemas.microsoft.com/office/drawing/2014/main" id="{F7FD8631-158F-46D6-B951-900FFF51DAFB}"/>
              </a:ext>
            </a:extLst>
          </p:cNvPr>
          <p:cNvSpPr/>
          <p:nvPr/>
        </p:nvSpPr>
        <p:spPr>
          <a:xfrm>
            <a:off x="1452562" y="3524250"/>
            <a:ext cx="2327275" cy="914400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Input Type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054976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026B086A-CB13-4C02-B740-994080510741}"/>
              </a:ext>
            </a:extLst>
          </p:cNvPr>
          <p:cNvSpPr/>
          <p:nvPr/>
        </p:nvSpPr>
        <p:spPr>
          <a:xfrm>
            <a:off x="4552950" y="723900"/>
            <a:ext cx="3086100" cy="541020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9DF0436B-80D0-49AE-A83D-136B6DF86DB0}"/>
              </a:ext>
            </a:extLst>
          </p:cNvPr>
          <p:cNvSpPr/>
          <p:nvPr/>
        </p:nvSpPr>
        <p:spPr>
          <a:xfrm>
            <a:off x="4727575" y="1474232"/>
            <a:ext cx="2736850" cy="2824718"/>
          </a:xfrm>
          <a:prstGeom prst="round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391EE1C-7BBA-4DBC-A1A1-EB6083060447}"/>
              </a:ext>
            </a:extLst>
          </p:cNvPr>
          <p:cNvSpPr/>
          <p:nvPr/>
        </p:nvSpPr>
        <p:spPr>
          <a:xfrm>
            <a:off x="5053012" y="1628379"/>
            <a:ext cx="2197100" cy="3175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Id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41BACB2-2765-46B9-9A83-A91B24C3746F}"/>
              </a:ext>
            </a:extLst>
          </p:cNvPr>
          <p:cNvSpPr/>
          <p:nvPr/>
        </p:nvSpPr>
        <p:spPr>
          <a:xfrm>
            <a:off x="5029200" y="2603500"/>
            <a:ext cx="2197100" cy="3175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Password </a:t>
            </a:r>
            <a:r>
              <a:rPr lang="ko-KR" altLang="en-US" dirty="0">
                <a:solidFill>
                  <a:schemeClr val="tx1"/>
                </a:solidFill>
              </a:rPr>
              <a:t>일치여부</a:t>
            </a:r>
            <a:endParaRPr lang="en-US" altLang="ko-KR" dirty="0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85B7666-18BB-4AB6-B5E2-4A4B1A3BDF19}"/>
              </a:ext>
            </a:extLst>
          </p:cNvPr>
          <p:cNvSpPr txBox="1"/>
          <p:nvPr/>
        </p:nvSpPr>
        <p:spPr>
          <a:xfrm>
            <a:off x="4914900" y="826215"/>
            <a:ext cx="2311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latin typeface="Arial Black" panose="020B0A04020102020204" pitchFamily="34" charset="0"/>
              </a:rPr>
              <a:t>Sign-up Page</a:t>
            </a:r>
            <a:endParaRPr lang="ko-KR" altLang="en-US" dirty="0">
              <a:latin typeface="Arial Black" panose="020B0A04020102020204" pitchFamily="34" charset="0"/>
            </a:endParaRP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9A49418C-DF0C-41B5-9B46-E08A0426BB8C}"/>
              </a:ext>
            </a:extLst>
          </p:cNvPr>
          <p:cNvSpPr/>
          <p:nvPr/>
        </p:nvSpPr>
        <p:spPr>
          <a:xfrm>
            <a:off x="4759325" y="4692649"/>
            <a:ext cx="2736850" cy="660400"/>
          </a:xfrm>
          <a:prstGeom prst="round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8A7892F1-8CC4-482E-8006-379C93721C47}"/>
              </a:ext>
            </a:extLst>
          </p:cNvPr>
          <p:cNvSpPr/>
          <p:nvPr/>
        </p:nvSpPr>
        <p:spPr>
          <a:xfrm>
            <a:off x="4997450" y="4800600"/>
            <a:ext cx="2197100" cy="3175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Sing-up</a:t>
            </a:r>
          </a:p>
        </p:txBody>
      </p:sp>
      <p:cxnSp>
        <p:nvCxnSpPr>
          <p:cNvPr id="12" name="연결선: 꺾임 11">
            <a:extLst>
              <a:ext uri="{FF2B5EF4-FFF2-40B4-BE49-F238E27FC236}">
                <a16:creationId xmlns:a16="http://schemas.microsoft.com/office/drawing/2014/main" id="{EA9A59A6-356E-42AD-9EF1-0C81DA0489BC}"/>
              </a:ext>
            </a:extLst>
          </p:cNvPr>
          <p:cNvCxnSpPr>
            <a:cxnSpLocks/>
            <a:stCxn id="6" idx="3"/>
          </p:cNvCxnSpPr>
          <p:nvPr/>
        </p:nvCxnSpPr>
        <p:spPr>
          <a:xfrm flipV="1">
            <a:off x="7194550" y="2849564"/>
            <a:ext cx="2063750" cy="210978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타원 13">
            <a:extLst>
              <a:ext uri="{FF2B5EF4-FFF2-40B4-BE49-F238E27FC236}">
                <a16:creationId xmlns:a16="http://schemas.microsoft.com/office/drawing/2014/main" id="{D8D6E719-7B6D-4718-8296-8EDC1EFE6885}"/>
              </a:ext>
            </a:extLst>
          </p:cNvPr>
          <p:cNvSpPr/>
          <p:nvPr/>
        </p:nvSpPr>
        <p:spPr>
          <a:xfrm>
            <a:off x="8094662" y="1881982"/>
            <a:ext cx="2327275" cy="914400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Button</a:t>
            </a:r>
            <a:endParaRPr lang="ko-KR" altLang="en-US" dirty="0"/>
          </a:p>
        </p:txBody>
      </p:sp>
      <p:cxnSp>
        <p:nvCxnSpPr>
          <p:cNvPr id="15" name="연결선: 꺾임 14">
            <a:extLst>
              <a:ext uri="{FF2B5EF4-FFF2-40B4-BE49-F238E27FC236}">
                <a16:creationId xmlns:a16="http://schemas.microsoft.com/office/drawing/2014/main" id="{E8F6D6A8-9383-4746-994C-7050E139194E}"/>
              </a:ext>
            </a:extLst>
          </p:cNvPr>
          <p:cNvCxnSpPr>
            <a:cxnSpLocks/>
            <a:stCxn id="3" idx="1"/>
            <a:endCxn id="28" idx="0"/>
          </p:cNvCxnSpPr>
          <p:nvPr/>
        </p:nvCxnSpPr>
        <p:spPr>
          <a:xfrm rot="10800000" flipV="1">
            <a:off x="2600326" y="1787128"/>
            <a:ext cx="2452687" cy="2257821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CF8ACC11-1C9A-4AF4-B2B7-99DA491F50E0}"/>
              </a:ext>
            </a:extLst>
          </p:cNvPr>
          <p:cNvCxnSpPr>
            <a:cxnSpLocks/>
            <a:stCxn id="4" idx="1"/>
            <a:endCxn id="28" idx="0"/>
          </p:cNvCxnSpPr>
          <p:nvPr/>
        </p:nvCxnSpPr>
        <p:spPr>
          <a:xfrm rot="10800000" flipV="1">
            <a:off x="2600326" y="2762250"/>
            <a:ext cx="2428875" cy="128270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타원 27">
            <a:extLst>
              <a:ext uri="{FF2B5EF4-FFF2-40B4-BE49-F238E27FC236}">
                <a16:creationId xmlns:a16="http://schemas.microsoft.com/office/drawing/2014/main" id="{F7FD8631-158F-46D6-B951-900FFF51DAFB}"/>
              </a:ext>
            </a:extLst>
          </p:cNvPr>
          <p:cNvSpPr/>
          <p:nvPr/>
        </p:nvSpPr>
        <p:spPr>
          <a:xfrm>
            <a:off x="1436687" y="4044950"/>
            <a:ext cx="2327275" cy="914400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Input Type</a:t>
            </a:r>
            <a:endParaRPr lang="ko-KR" altLang="en-US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E4A1B9F6-B5E4-4C99-8687-85886EC0E502}"/>
              </a:ext>
            </a:extLst>
          </p:cNvPr>
          <p:cNvSpPr/>
          <p:nvPr/>
        </p:nvSpPr>
        <p:spPr>
          <a:xfrm>
            <a:off x="5029200" y="3074594"/>
            <a:ext cx="2197100" cy="3175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email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5E88DB07-666A-4E9D-9F12-77C7B94BD1A0}"/>
              </a:ext>
            </a:extLst>
          </p:cNvPr>
          <p:cNvSpPr/>
          <p:nvPr/>
        </p:nvSpPr>
        <p:spPr>
          <a:xfrm>
            <a:off x="5029200" y="3620694"/>
            <a:ext cx="2197100" cy="3175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Nickname</a:t>
            </a:r>
          </a:p>
        </p:txBody>
      </p:sp>
      <p:cxnSp>
        <p:nvCxnSpPr>
          <p:cNvPr id="18" name="연결선: 꺾임 17">
            <a:extLst>
              <a:ext uri="{FF2B5EF4-FFF2-40B4-BE49-F238E27FC236}">
                <a16:creationId xmlns:a16="http://schemas.microsoft.com/office/drawing/2014/main" id="{F9BCA14B-141F-4C1D-BF35-468A1960CE35}"/>
              </a:ext>
            </a:extLst>
          </p:cNvPr>
          <p:cNvCxnSpPr>
            <a:cxnSpLocks/>
            <a:endCxn id="28" idx="0"/>
          </p:cNvCxnSpPr>
          <p:nvPr/>
        </p:nvCxnSpPr>
        <p:spPr>
          <a:xfrm rot="10800000" flipV="1">
            <a:off x="2600326" y="3218854"/>
            <a:ext cx="2428877" cy="82609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E7320D9E-0DCD-429C-8027-4E4C96095913}"/>
              </a:ext>
            </a:extLst>
          </p:cNvPr>
          <p:cNvCxnSpPr>
            <a:cxnSpLocks/>
            <a:endCxn id="28" idx="0"/>
          </p:cNvCxnSpPr>
          <p:nvPr/>
        </p:nvCxnSpPr>
        <p:spPr>
          <a:xfrm rot="10800000" flipV="1">
            <a:off x="2600326" y="3764954"/>
            <a:ext cx="2428877" cy="27999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89C4FF93-5C1C-40B2-B702-8B75D8824D1D}"/>
              </a:ext>
            </a:extLst>
          </p:cNvPr>
          <p:cNvSpPr/>
          <p:nvPr/>
        </p:nvSpPr>
        <p:spPr>
          <a:xfrm>
            <a:off x="5022850" y="2115343"/>
            <a:ext cx="2197100" cy="3175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Password</a:t>
            </a:r>
          </a:p>
        </p:txBody>
      </p:sp>
      <p:cxnSp>
        <p:nvCxnSpPr>
          <p:cNvPr id="29" name="연결선: 꺾임 28">
            <a:extLst>
              <a:ext uri="{FF2B5EF4-FFF2-40B4-BE49-F238E27FC236}">
                <a16:creationId xmlns:a16="http://schemas.microsoft.com/office/drawing/2014/main" id="{C13D737D-4212-42B0-B71F-E9F5270A6427}"/>
              </a:ext>
            </a:extLst>
          </p:cNvPr>
          <p:cNvCxnSpPr>
            <a:cxnSpLocks/>
            <a:endCxn id="28" idx="0"/>
          </p:cNvCxnSpPr>
          <p:nvPr/>
        </p:nvCxnSpPr>
        <p:spPr>
          <a:xfrm rot="10800000" flipV="1">
            <a:off x="2600326" y="2304454"/>
            <a:ext cx="2420149" cy="174049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30142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13F15FD-E9FD-489A-8332-3F2322069F66}"/>
              </a:ext>
            </a:extLst>
          </p:cNvPr>
          <p:cNvSpPr txBox="1"/>
          <p:nvPr/>
        </p:nvSpPr>
        <p:spPr>
          <a:xfrm>
            <a:off x="4254500" y="0"/>
            <a:ext cx="3683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Arial Black" panose="020B0A04020102020204" pitchFamily="34" charset="0"/>
              </a:rPr>
              <a:t>MAIN PAGE</a:t>
            </a:r>
            <a:endParaRPr lang="ko-KR" altLang="en-US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988539A-18B4-4EE0-84B8-81B40CA98261}"/>
              </a:ext>
            </a:extLst>
          </p:cNvPr>
          <p:cNvSpPr/>
          <p:nvPr/>
        </p:nvSpPr>
        <p:spPr>
          <a:xfrm>
            <a:off x="0" y="0"/>
            <a:ext cx="2362200" cy="6858000"/>
          </a:xfrm>
          <a:prstGeom prst="rect">
            <a:avLst/>
          </a:prstGeom>
          <a:solidFill>
            <a:schemeClr val="bg1">
              <a:lumMod val="85000"/>
              <a:alpha val="42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7F477874-11F8-4F8D-8555-DF51CED02644}"/>
              </a:ext>
            </a:extLst>
          </p:cNvPr>
          <p:cNvSpPr/>
          <p:nvPr/>
        </p:nvSpPr>
        <p:spPr>
          <a:xfrm>
            <a:off x="241300" y="165100"/>
            <a:ext cx="1917700" cy="393700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User Name</a:t>
            </a:r>
            <a:endParaRPr lang="ko-KR" altLang="en-US" dirty="0"/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A437EB1A-7611-4796-9EFB-4560455A5B55}"/>
              </a:ext>
            </a:extLst>
          </p:cNvPr>
          <p:cNvGrpSpPr/>
          <p:nvPr/>
        </p:nvGrpSpPr>
        <p:grpSpPr>
          <a:xfrm>
            <a:off x="52916" y="1946156"/>
            <a:ext cx="2294467" cy="4645144"/>
            <a:chOff x="2484967" y="690949"/>
            <a:chExt cx="3712633" cy="6108475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B61CD440-A658-46E9-9D9D-99E954D0867C}"/>
                </a:ext>
              </a:extLst>
            </p:cNvPr>
            <p:cNvSpPr txBox="1"/>
            <p:nvPr/>
          </p:nvSpPr>
          <p:spPr>
            <a:xfrm>
              <a:off x="2514600" y="690949"/>
              <a:ext cx="36830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2400" dirty="0">
                  <a:solidFill>
                    <a:schemeClr val="bg1"/>
                  </a:solidFill>
                  <a:latin typeface="Arial Black" panose="020B0A04020102020204" pitchFamily="34" charset="0"/>
                </a:rPr>
                <a:t>Projects</a:t>
              </a:r>
              <a:endParaRPr lang="ko-KR" altLang="en-US" sz="2400" dirty="0">
                <a:solidFill>
                  <a:schemeClr val="bg1"/>
                </a:solidFill>
                <a:latin typeface="Arial Black" panose="020B0A04020102020204" pitchFamily="34" charset="0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2C9F9928-E1EE-4422-8BBC-3C1F861F9D7E}"/>
                </a:ext>
              </a:extLst>
            </p:cNvPr>
            <p:cNvSpPr txBox="1">
              <a:spLocks/>
            </p:cNvSpPr>
            <p:nvPr/>
          </p:nvSpPr>
          <p:spPr>
            <a:xfrm>
              <a:off x="2514600" y="1702812"/>
              <a:ext cx="36830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>
                  <a:solidFill>
                    <a:schemeClr val="bg1"/>
                  </a:solidFill>
                  <a:latin typeface="Arial Black" panose="020B0A04020102020204" pitchFamily="34" charset="0"/>
                </a:rPr>
                <a:t>Project 1</a:t>
              </a:r>
              <a:endParaRPr lang="ko-KR" altLang="en-US" dirty="0">
                <a:solidFill>
                  <a:schemeClr val="bg1"/>
                </a:solidFill>
                <a:latin typeface="Arial Black" panose="020B0A04020102020204" pitchFamily="34" charset="0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3011B4CA-B5CA-44BA-BEE3-54ABFA82D054}"/>
                </a:ext>
              </a:extLst>
            </p:cNvPr>
            <p:cNvSpPr txBox="1">
              <a:spLocks/>
            </p:cNvSpPr>
            <p:nvPr/>
          </p:nvSpPr>
          <p:spPr>
            <a:xfrm>
              <a:off x="2514600" y="2293865"/>
              <a:ext cx="36830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>
                  <a:solidFill>
                    <a:schemeClr val="bg1"/>
                  </a:solidFill>
                  <a:latin typeface="Arial Black" panose="020B0A04020102020204" pitchFamily="34" charset="0"/>
                </a:rPr>
                <a:t>Project 2</a:t>
              </a:r>
              <a:endParaRPr lang="ko-KR" altLang="en-US" dirty="0">
                <a:solidFill>
                  <a:schemeClr val="bg1"/>
                </a:solidFill>
                <a:latin typeface="Arial Black" panose="020B0A04020102020204" pitchFamily="34" charset="0"/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EBFCEDA1-E503-43F8-A310-4D31DD54A202}"/>
                </a:ext>
              </a:extLst>
            </p:cNvPr>
            <p:cNvSpPr txBox="1">
              <a:spLocks/>
            </p:cNvSpPr>
            <p:nvPr/>
          </p:nvSpPr>
          <p:spPr>
            <a:xfrm>
              <a:off x="2514600" y="3261051"/>
              <a:ext cx="36830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>
                  <a:solidFill>
                    <a:schemeClr val="bg1"/>
                  </a:solidFill>
                  <a:latin typeface="Arial Black" panose="020B0A04020102020204" pitchFamily="34" charset="0"/>
                </a:rPr>
                <a:t>Project 4</a:t>
              </a:r>
              <a:endParaRPr lang="ko-KR" altLang="en-US" dirty="0">
                <a:solidFill>
                  <a:schemeClr val="bg1"/>
                </a:solidFill>
                <a:latin typeface="Arial Black" panose="020B0A04020102020204" pitchFamily="34" charset="0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FAC2F7F-E4AA-4C97-8FE1-3DBDBC10515E}"/>
                </a:ext>
              </a:extLst>
            </p:cNvPr>
            <p:cNvSpPr txBox="1">
              <a:spLocks/>
            </p:cNvSpPr>
            <p:nvPr/>
          </p:nvSpPr>
          <p:spPr>
            <a:xfrm>
              <a:off x="2514600" y="3815656"/>
              <a:ext cx="36830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>
                  <a:solidFill>
                    <a:schemeClr val="bg1"/>
                  </a:solidFill>
                  <a:latin typeface="Arial Black" panose="020B0A04020102020204" pitchFamily="34" charset="0"/>
                </a:rPr>
                <a:t>Project 5</a:t>
              </a:r>
              <a:endParaRPr lang="ko-KR" altLang="en-US" dirty="0">
                <a:solidFill>
                  <a:schemeClr val="bg1"/>
                </a:solidFill>
                <a:latin typeface="Arial Black" panose="020B0A04020102020204" pitchFamily="34" charset="0"/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45C10D49-74D7-4EC9-BA1B-077CAE6CE867}"/>
                </a:ext>
              </a:extLst>
            </p:cNvPr>
            <p:cNvSpPr txBox="1">
              <a:spLocks/>
            </p:cNvSpPr>
            <p:nvPr/>
          </p:nvSpPr>
          <p:spPr>
            <a:xfrm>
              <a:off x="2484967" y="4305827"/>
              <a:ext cx="36830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>
                  <a:solidFill>
                    <a:schemeClr val="bg1"/>
                  </a:solidFill>
                  <a:latin typeface="Arial Black" panose="020B0A04020102020204" pitchFamily="34" charset="0"/>
                </a:rPr>
                <a:t>Project 6</a:t>
              </a:r>
              <a:endParaRPr lang="ko-KR" altLang="en-US" dirty="0">
                <a:solidFill>
                  <a:schemeClr val="bg1"/>
                </a:solidFill>
                <a:latin typeface="Arial Black" panose="020B0A04020102020204" pitchFamily="34" charset="0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1CA543E-3D00-472E-84AC-C7EBD05C55A3}"/>
                </a:ext>
              </a:extLst>
            </p:cNvPr>
            <p:cNvSpPr txBox="1"/>
            <p:nvPr/>
          </p:nvSpPr>
          <p:spPr>
            <a:xfrm>
              <a:off x="2484967" y="5045098"/>
              <a:ext cx="3683000" cy="175432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>
                  <a:solidFill>
                    <a:schemeClr val="bg1"/>
                  </a:solidFill>
                  <a:latin typeface="Arial Black" panose="020B0A04020102020204" pitchFamily="34" charset="0"/>
                </a:rPr>
                <a:t>.</a:t>
              </a:r>
            </a:p>
            <a:p>
              <a:pPr algn="ctr"/>
              <a:r>
                <a:rPr lang="en-US" altLang="ko-KR" dirty="0">
                  <a:solidFill>
                    <a:schemeClr val="bg1"/>
                  </a:solidFill>
                  <a:latin typeface="Arial Black" panose="020B0A04020102020204" pitchFamily="34" charset="0"/>
                </a:rPr>
                <a:t>.</a:t>
              </a:r>
            </a:p>
            <a:p>
              <a:pPr algn="ctr"/>
              <a:r>
                <a:rPr lang="en-US" altLang="ko-KR" dirty="0">
                  <a:solidFill>
                    <a:schemeClr val="bg1"/>
                  </a:solidFill>
                  <a:latin typeface="Arial Black" panose="020B0A04020102020204" pitchFamily="34" charset="0"/>
                </a:rPr>
                <a:t>.</a:t>
              </a:r>
            </a:p>
            <a:p>
              <a:pPr algn="ctr"/>
              <a:r>
                <a:rPr lang="en-US" altLang="ko-KR" dirty="0">
                  <a:solidFill>
                    <a:schemeClr val="bg1"/>
                  </a:solidFill>
                  <a:latin typeface="Arial Black" panose="020B0A04020102020204" pitchFamily="34" charset="0"/>
                </a:rPr>
                <a:t>.</a:t>
              </a:r>
            </a:p>
            <a:p>
              <a:pPr algn="ctr"/>
              <a:r>
                <a:rPr lang="en-US" altLang="ko-KR" dirty="0">
                  <a:solidFill>
                    <a:schemeClr val="bg1"/>
                  </a:solidFill>
                  <a:latin typeface="Arial Black" panose="020B0A04020102020204" pitchFamily="34" charset="0"/>
                </a:rPr>
                <a:t>.</a:t>
              </a:r>
            </a:p>
            <a:p>
              <a:pPr algn="ctr"/>
              <a:endParaRPr lang="ko-KR" altLang="en-US" dirty="0">
                <a:solidFill>
                  <a:schemeClr val="bg1"/>
                </a:solidFill>
                <a:latin typeface="Arial Black" panose="020B0A04020102020204" pitchFamily="34" charset="0"/>
              </a:endParaRP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F7C3E176-2D75-4605-9633-ED90C256C7DA}"/>
                </a:ext>
              </a:extLst>
            </p:cNvPr>
            <p:cNvSpPr txBox="1">
              <a:spLocks/>
            </p:cNvSpPr>
            <p:nvPr/>
          </p:nvSpPr>
          <p:spPr>
            <a:xfrm>
              <a:off x="2484967" y="2772290"/>
              <a:ext cx="36830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>
                  <a:solidFill>
                    <a:schemeClr val="bg1"/>
                  </a:solidFill>
                  <a:latin typeface="Arial Black" panose="020B0A04020102020204" pitchFamily="34" charset="0"/>
                </a:rPr>
                <a:t>Project 3</a:t>
              </a:r>
              <a:endParaRPr lang="ko-KR" altLang="en-US" dirty="0">
                <a:solidFill>
                  <a:schemeClr val="bg1"/>
                </a:solidFill>
                <a:latin typeface="Arial Black" panose="020B0A04020102020204" pitchFamily="34" charset="0"/>
              </a:endParaRPr>
            </a:p>
          </p:txBody>
        </p:sp>
      </p:grp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B76AEB37-45AF-4F3E-B53F-4DEE9D6DCD04}"/>
              </a:ext>
            </a:extLst>
          </p:cNvPr>
          <p:cNvSpPr/>
          <p:nvPr/>
        </p:nvSpPr>
        <p:spPr>
          <a:xfrm>
            <a:off x="2539999" y="2271242"/>
            <a:ext cx="2527300" cy="316733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Arial Black" panose="020B0A04020102020204" pitchFamily="34" charset="0"/>
              </a:rPr>
              <a:t>Task1</a:t>
            </a:r>
            <a:endParaRPr lang="ko-KR" altLang="en-US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B3C21E22-7BB4-4757-AC46-145C4F3E448A}"/>
              </a:ext>
            </a:extLst>
          </p:cNvPr>
          <p:cNvGrpSpPr/>
          <p:nvPr/>
        </p:nvGrpSpPr>
        <p:grpSpPr>
          <a:xfrm>
            <a:off x="2400300" y="348289"/>
            <a:ext cx="9791700" cy="1367371"/>
            <a:chOff x="2400300" y="348289"/>
            <a:chExt cx="9791700" cy="1367371"/>
          </a:xfrm>
        </p:grpSpPr>
        <p:sp>
          <p:nvSpPr>
            <p:cNvPr id="7" name="사각형: 둥근 모서리 6">
              <a:extLst>
                <a:ext uri="{FF2B5EF4-FFF2-40B4-BE49-F238E27FC236}">
                  <a16:creationId xmlns:a16="http://schemas.microsoft.com/office/drawing/2014/main" id="{95C63F5F-06CB-432E-8B15-443EC1DB66B1}"/>
                </a:ext>
              </a:extLst>
            </p:cNvPr>
            <p:cNvSpPr/>
            <p:nvPr/>
          </p:nvSpPr>
          <p:spPr>
            <a:xfrm>
              <a:off x="2400300" y="348289"/>
              <a:ext cx="9791700" cy="1367371"/>
            </a:xfrm>
            <a:prstGeom prst="round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C9EC5B86-EBF5-47C5-823D-3CF5CF9E365C}"/>
                </a:ext>
              </a:extLst>
            </p:cNvPr>
            <p:cNvSpPr/>
            <p:nvPr/>
          </p:nvSpPr>
          <p:spPr>
            <a:xfrm>
              <a:off x="2539999" y="443141"/>
              <a:ext cx="9423400" cy="231317"/>
            </a:xfrm>
            <a:prstGeom prst="rect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>
                  <a:solidFill>
                    <a:schemeClr val="bg2">
                      <a:lumMod val="50000"/>
                    </a:schemeClr>
                  </a:solidFill>
                </a:rPr>
                <a:t>마지막으로 이용한 프로젝트 </a:t>
              </a:r>
              <a:r>
                <a:rPr lang="en-US" altLang="ko-KR" sz="1200" dirty="0">
                  <a:solidFill>
                    <a:schemeClr val="bg2">
                      <a:lumMod val="50000"/>
                    </a:schemeClr>
                  </a:solidFill>
                </a:rPr>
                <a:t>: </a:t>
              </a:r>
              <a:r>
                <a:rPr lang="en-US" altLang="ko-KR" sz="1200" dirty="0" err="1">
                  <a:solidFill>
                    <a:schemeClr val="bg2">
                      <a:lumMod val="50000"/>
                    </a:schemeClr>
                  </a:solidFill>
                </a:rPr>
                <a:t>projectName</a:t>
              </a:r>
              <a:r>
                <a:rPr lang="en-US" altLang="ko-KR" sz="1200" dirty="0">
                  <a:solidFill>
                    <a:schemeClr val="bg2">
                      <a:lumMod val="50000"/>
                    </a:schemeClr>
                  </a:solidFill>
                </a:rPr>
                <a:t>,….</a:t>
              </a:r>
              <a:endParaRPr lang="ko-KR" altLang="en-US" sz="120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C74B1C8D-E553-4669-989E-19C3A6D9400D}"/>
                </a:ext>
              </a:extLst>
            </p:cNvPr>
            <p:cNvSpPr/>
            <p:nvPr/>
          </p:nvSpPr>
          <p:spPr>
            <a:xfrm>
              <a:off x="2965448" y="746342"/>
              <a:ext cx="8572502" cy="231317"/>
            </a:xfrm>
            <a:prstGeom prst="roundRect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100" dirty="0">
                  <a:solidFill>
                    <a:schemeClr val="bg1"/>
                  </a:solidFill>
                  <a:latin typeface="Arial Black" panose="020B0A04020102020204" pitchFamily="34" charset="0"/>
                </a:rPr>
                <a:t>Task1</a:t>
              </a:r>
              <a:endParaRPr lang="ko-KR" altLang="en-US" sz="1100" dirty="0">
                <a:solidFill>
                  <a:schemeClr val="bg1"/>
                </a:solidFill>
                <a:latin typeface="Arial Black" panose="020B0A04020102020204" pitchFamily="34" charset="0"/>
              </a:endParaRPr>
            </a:p>
          </p:txBody>
        </p:sp>
        <p:sp>
          <p:nvSpPr>
            <p:cNvPr id="29" name="사각형: 둥근 모서리 28">
              <a:extLst>
                <a:ext uri="{FF2B5EF4-FFF2-40B4-BE49-F238E27FC236}">
                  <a16:creationId xmlns:a16="http://schemas.microsoft.com/office/drawing/2014/main" id="{EAF2C1B6-5234-4DC0-A000-57FEE9411338}"/>
                </a:ext>
              </a:extLst>
            </p:cNvPr>
            <p:cNvSpPr/>
            <p:nvPr/>
          </p:nvSpPr>
          <p:spPr>
            <a:xfrm>
              <a:off x="2965448" y="1170553"/>
              <a:ext cx="8572502" cy="231317"/>
            </a:xfrm>
            <a:prstGeom prst="roundRect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100" dirty="0">
                  <a:solidFill>
                    <a:schemeClr val="bg2">
                      <a:lumMod val="50000"/>
                    </a:schemeClr>
                  </a:solidFill>
                  <a:latin typeface="Arial Black" panose="020B0A04020102020204" pitchFamily="34" charset="0"/>
                </a:rPr>
                <a:t>If) </a:t>
              </a:r>
              <a:r>
                <a:rPr lang="ko-KR" altLang="en-US" sz="1100" dirty="0">
                  <a:solidFill>
                    <a:schemeClr val="bg2">
                      <a:lumMod val="50000"/>
                    </a:schemeClr>
                  </a:solidFill>
                  <a:latin typeface="Arial Black" panose="020B0A04020102020204" pitchFamily="34" charset="0"/>
                </a:rPr>
                <a:t>마직막으로 사용한 프로젝트가 </a:t>
              </a:r>
              <a:r>
                <a:rPr lang="ko-KR" altLang="en-US" sz="1100" dirty="0" err="1">
                  <a:solidFill>
                    <a:schemeClr val="bg2">
                      <a:lumMod val="50000"/>
                    </a:schemeClr>
                  </a:solidFill>
                  <a:latin typeface="Arial Black" panose="020B0A04020102020204" pitchFamily="34" charset="0"/>
                </a:rPr>
                <a:t>없는경우</a:t>
              </a:r>
              <a:r>
                <a:rPr lang="en-US" altLang="ko-KR" sz="1100" dirty="0">
                  <a:solidFill>
                    <a:schemeClr val="bg2">
                      <a:lumMod val="50000"/>
                    </a:schemeClr>
                  </a:solidFill>
                  <a:latin typeface="Arial Black" panose="020B0A04020102020204" pitchFamily="34" charset="0"/>
                </a:rPr>
                <a:t>(</a:t>
              </a:r>
              <a:r>
                <a:rPr lang="ko-KR" altLang="en-US" sz="1100" dirty="0">
                  <a:solidFill>
                    <a:schemeClr val="bg2">
                      <a:lumMod val="50000"/>
                    </a:schemeClr>
                  </a:solidFill>
                  <a:latin typeface="Arial Black" panose="020B0A04020102020204" pitchFamily="34" charset="0"/>
                </a:rPr>
                <a:t>최초 진입</a:t>
              </a:r>
              <a:r>
                <a:rPr lang="en-US" altLang="ko-KR" sz="1100" dirty="0">
                  <a:solidFill>
                    <a:schemeClr val="bg2">
                      <a:lumMod val="50000"/>
                    </a:schemeClr>
                  </a:solidFill>
                  <a:latin typeface="Arial Black" panose="020B0A04020102020204" pitchFamily="34" charset="0"/>
                </a:rPr>
                <a:t>) – </a:t>
              </a:r>
              <a:r>
                <a:rPr lang="ko-KR" altLang="en-US" sz="1100" dirty="0">
                  <a:solidFill>
                    <a:schemeClr val="bg2">
                      <a:lumMod val="50000"/>
                    </a:schemeClr>
                  </a:solidFill>
                  <a:latin typeface="Arial Black" panose="020B0A04020102020204" pitchFamily="34" charset="0"/>
                </a:rPr>
                <a:t>이용한 프로젝트가 없습니다</a:t>
              </a:r>
              <a:r>
                <a:rPr lang="en-US" altLang="ko-KR" sz="1100" dirty="0">
                  <a:solidFill>
                    <a:schemeClr val="bg2">
                      <a:lumMod val="50000"/>
                    </a:schemeClr>
                  </a:solidFill>
                  <a:latin typeface="Arial Black" panose="020B0A04020102020204" pitchFamily="34" charset="0"/>
                </a:rPr>
                <a:t>.</a:t>
              </a:r>
              <a:endParaRPr lang="ko-KR" altLang="en-US" sz="1100" dirty="0">
                <a:solidFill>
                  <a:schemeClr val="bg2">
                    <a:lumMod val="50000"/>
                  </a:schemeClr>
                </a:solidFill>
                <a:latin typeface="Arial Black" panose="020B0A04020102020204" pitchFamily="34" charset="0"/>
              </a:endParaRPr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DC93E3F0-150F-46A7-A8BF-F059692755FC}"/>
              </a:ext>
            </a:extLst>
          </p:cNvPr>
          <p:cNvSpPr txBox="1"/>
          <p:nvPr/>
        </p:nvSpPr>
        <p:spPr>
          <a:xfrm>
            <a:off x="2539999" y="1901910"/>
            <a:ext cx="2527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bg2">
                    <a:lumMod val="50000"/>
                  </a:schemeClr>
                </a:solidFill>
              </a:rPr>
              <a:t>Project1 name</a:t>
            </a:r>
          </a:p>
        </p:txBody>
      </p:sp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854590FA-4B7C-4DB2-8D80-00154BA1059E}"/>
              </a:ext>
            </a:extLst>
          </p:cNvPr>
          <p:cNvSpPr/>
          <p:nvPr/>
        </p:nvSpPr>
        <p:spPr>
          <a:xfrm>
            <a:off x="5410200" y="2271241"/>
            <a:ext cx="2527300" cy="316733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Arial Black" panose="020B0A04020102020204" pitchFamily="34" charset="0"/>
              </a:rPr>
              <a:t>Task2</a:t>
            </a:r>
            <a:endParaRPr lang="ko-KR" altLang="en-US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EF838FCC-373D-4D02-94E2-EC39035DFB96}"/>
              </a:ext>
            </a:extLst>
          </p:cNvPr>
          <p:cNvSpPr/>
          <p:nvPr/>
        </p:nvSpPr>
        <p:spPr>
          <a:xfrm>
            <a:off x="8280401" y="2271240"/>
            <a:ext cx="2527300" cy="316733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Arial Black" panose="020B0A04020102020204" pitchFamily="34" charset="0"/>
              </a:rPr>
              <a:t>Task3</a:t>
            </a:r>
            <a:endParaRPr lang="ko-KR" altLang="en-US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550B71D0-36B2-4166-8CDA-7B72C1232A6C}"/>
              </a:ext>
            </a:extLst>
          </p:cNvPr>
          <p:cNvSpPr/>
          <p:nvPr/>
        </p:nvSpPr>
        <p:spPr>
          <a:xfrm>
            <a:off x="2539999" y="3357677"/>
            <a:ext cx="2527300" cy="316733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Arial Black" panose="020B0A04020102020204" pitchFamily="34" charset="0"/>
              </a:rPr>
              <a:t>Task1</a:t>
            </a:r>
            <a:endParaRPr lang="ko-KR" altLang="en-US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CF49F6D-A1D2-45A0-97A7-6350BDCF490D}"/>
              </a:ext>
            </a:extLst>
          </p:cNvPr>
          <p:cNvSpPr txBox="1"/>
          <p:nvPr/>
        </p:nvSpPr>
        <p:spPr>
          <a:xfrm>
            <a:off x="2539999" y="2988345"/>
            <a:ext cx="2527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bg2">
                    <a:lumMod val="50000"/>
                  </a:schemeClr>
                </a:solidFill>
              </a:rPr>
              <a:t>Project2 name</a:t>
            </a: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2479A4B9-6E72-4DA8-8A5B-309EBE355097}"/>
              </a:ext>
            </a:extLst>
          </p:cNvPr>
          <p:cNvSpPr/>
          <p:nvPr/>
        </p:nvSpPr>
        <p:spPr>
          <a:xfrm>
            <a:off x="5410200" y="3357676"/>
            <a:ext cx="2527300" cy="316733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Arial Black" panose="020B0A04020102020204" pitchFamily="34" charset="0"/>
              </a:rPr>
              <a:t>Task2</a:t>
            </a:r>
            <a:endParaRPr lang="ko-KR" altLang="en-US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260EA1B8-6CB1-4EC7-9EE1-6AB03B3F70A9}"/>
              </a:ext>
            </a:extLst>
          </p:cNvPr>
          <p:cNvSpPr/>
          <p:nvPr/>
        </p:nvSpPr>
        <p:spPr>
          <a:xfrm>
            <a:off x="8280401" y="3357675"/>
            <a:ext cx="2527300" cy="316733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Arial Black" panose="020B0A04020102020204" pitchFamily="34" charset="0"/>
              </a:rPr>
              <a:t>Task3</a:t>
            </a:r>
            <a:endParaRPr lang="ko-KR" altLang="en-US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1B836A48-3D02-410C-8CAC-C2E9FBFB3E03}"/>
              </a:ext>
            </a:extLst>
          </p:cNvPr>
          <p:cNvSpPr/>
          <p:nvPr/>
        </p:nvSpPr>
        <p:spPr>
          <a:xfrm>
            <a:off x="2539999" y="4536697"/>
            <a:ext cx="2527300" cy="316733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Arial Black" panose="020B0A04020102020204" pitchFamily="34" charset="0"/>
              </a:rPr>
              <a:t>Task1</a:t>
            </a:r>
            <a:endParaRPr lang="ko-KR" altLang="en-US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560B008-E7E4-48F3-A3BF-96B8F1C99995}"/>
              </a:ext>
            </a:extLst>
          </p:cNvPr>
          <p:cNvSpPr txBox="1"/>
          <p:nvPr/>
        </p:nvSpPr>
        <p:spPr>
          <a:xfrm>
            <a:off x="2539999" y="4167365"/>
            <a:ext cx="2527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bg2">
                    <a:lumMod val="50000"/>
                  </a:schemeClr>
                </a:solidFill>
              </a:rPr>
              <a:t>Project3 name</a:t>
            </a:r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A1B1B82E-AA69-4635-9BAD-CA7F2CA933E3}"/>
              </a:ext>
            </a:extLst>
          </p:cNvPr>
          <p:cNvSpPr/>
          <p:nvPr/>
        </p:nvSpPr>
        <p:spPr>
          <a:xfrm>
            <a:off x="5410200" y="4536696"/>
            <a:ext cx="2527300" cy="316733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Arial Black" panose="020B0A04020102020204" pitchFamily="34" charset="0"/>
              </a:rPr>
              <a:t>Task2</a:t>
            </a:r>
            <a:endParaRPr lang="ko-KR" altLang="en-US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51139DE3-BC25-4DAC-ABA2-395B918ECA9F}"/>
              </a:ext>
            </a:extLst>
          </p:cNvPr>
          <p:cNvSpPr/>
          <p:nvPr/>
        </p:nvSpPr>
        <p:spPr>
          <a:xfrm>
            <a:off x="8280401" y="4536695"/>
            <a:ext cx="2527300" cy="316733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Arial Black" panose="020B0A04020102020204" pitchFamily="34" charset="0"/>
              </a:rPr>
              <a:t>Task3</a:t>
            </a:r>
            <a:endParaRPr lang="ko-KR" altLang="en-US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sp>
        <p:nvSpPr>
          <p:cNvPr id="50" name="사각형: 둥근 모서리 49">
            <a:extLst>
              <a:ext uri="{FF2B5EF4-FFF2-40B4-BE49-F238E27FC236}">
                <a16:creationId xmlns:a16="http://schemas.microsoft.com/office/drawing/2014/main" id="{15838416-46CB-416A-B069-38FA7A9E86CA}"/>
              </a:ext>
            </a:extLst>
          </p:cNvPr>
          <p:cNvSpPr/>
          <p:nvPr/>
        </p:nvSpPr>
        <p:spPr>
          <a:xfrm>
            <a:off x="2539999" y="5757121"/>
            <a:ext cx="2527300" cy="316733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Arial Black" panose="020B0A04020102020204" pitchFamily="34" charset="0"/>
              </a:rPr>
              <a:t>Task1</a:t>
            </a:r>
            <a:endParaRPr lang="ko-KR" altLang="en-US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D212880-207B-4C47-AC37-0ACB04FB88FC}"/>
              </a:ext>
            </a:extLst>
          </p:cNvPr>
          <p:cNvSpPr txBox="1"/>
          <p:nvPr/>
        </p:nvSpPr>
        <p:spPr>
          <a:xfrm>
            <a:off x="2539999" y="5387789"/>
            <a:ext cx="2527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bg2">
                    <a:lumMod val="50000"/>
                  </a:schemeClr>
                </a:solidFill>
              </a:rPr>
              <a:t>Project4 name</a:t>
            </a:r>
          </a:p>
        </p:txBody>
      </p:sp>
      <p:sp>
        <p:nvSpPr>
          <p:cNvPr id="53" name="사각형: 둥근 모서리 52">
            <a:extLst>
              <a:ext uri="{FF2B5EF4-FFF2-40B4-BE49-F238E27FC236}">
                <a16:creationId xmlns:a16="http://schemas.microsoft.com/office/drawing/2014/main" id="{F64F39A1-3815-4100-804C-79727A358287}"/>
              </a:ext>
            </a:extLst>
          </p:cNvPr>
          <p:cNvSpPr/>
          <p:nvPr/>
        </p:nvSpPr>
        <p:spPr>
          <a:xfrm>
            <a:off x="5410200" y="5757120"/>
            <a:ext cx="2527300" cy="316733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Arial Black" panose="020B0A04020102020204" pitchFamily="34" charset="0"/>
              </a:rPr>
              <a:t>Task2</a:t>
            </a:r>
            <a:endParaRPr lang="ko-KR" altLang="en-US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813E2750-595B-40C4-92B9-8EA45AFD5825}"/>
              </a:ext>
            </a:extLst>
          </p:cNvPr>
          <p:cNvSpPr/>
          <p:nvPr/>
        </p:nvSpPr>
        <p:spPr>
          <a:xfrm>
            <a:off x="8280401" y="5757119"/>
            <a:ext cx="2527300" cy="316733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Arial Black" panose="020B0A04020102020204" pitchFamily="34" charset="0"/>
              </a:rPr>
              <a:t>Task3</a:t>
            </a:r>
            <a:endParaRPr lang="ko-KR" altLang="en-US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F2C6AC5-06A3-4203-83A0-4E6F6ED69DF4}"/>
              </a:ext>
            </a:extLst>
          </p:cNvPr>
          <p:cNvSpPr txBox="1"/>
          <p:nvPr/>
        </p:nvSpPr>
        <p:spPr>
          <a:xfrm>
            <a:off x="11150600" y="2297226"/>
            <a:ext cx="8127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bg2">
                    <a:lumMod val="50000"/>
                  </a:schemeClr>
                </a:solidFill>
              </a:rPr>
              <a:t>……</a:t>
            </a:r>
            <a:endParaRPr lang="ko-KR" altLang="en-US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A3E3F56-9F4B-4E84-901B-43EFB0BF31E3}"/>
              </a:ext>
            </a:extLst>
          </p:cNvPr>
          <p:cNvSpPr txBox="1"/>
          <p:nvPr/>
        </p:nvSpPr>
        <p:spPr>
          <a:xfrm>
            <a:off x="11150599" y="3331375"/>
            <a:ext cx="8127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bg2">
                    <a:lumMod val="50000"/>
                  </a:schemeClr>
                </a:solidFill>
              </a:rPr>
              <a:t>……</a:t>
            </a:r>
            <a:endParaRPr lang="ko-KR" altLang="en-US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910D48B-5E53-4C9D-990B-1635A876563C}"/>
              </a:ext>
            </a:extLst>
          </p:cNvPr>
          <p:cNvSpPr txBox="1"/>
          <p:nvPr/>
        </p:nvSpPr>
        <p:spPr>
          <a:xfrm>
            <a:off x="11131550" y="4603172"/>
            <a:ext cx="8127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bg2">
                    <a:lumMod val="50000"/>
                  </a:schemeClr>
                </a:solidFill>
              </a:rPr>
              <a:t>……</a:t>
            </a:r>
            <a:endParaRPr lang="ko-KR" altLang="en-US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9ECB6FD-8EAD-40CF-BBB6-3D5610F30AF9}"/>
              </a:ext>
            </a:extLst>
          </p:cNvPr>
          <p:cNvSpPr txBox="1"/>
          <p:nvPr/>
        </p:nvSpPr>
        <p:spPr>
          <a:xfrm>
            <a:off x="11131549" y="5777839"/>
            <a:ext cx="8127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bg2">
                    <a:lumMod val="50000"/>
                  </a:schemeClr>
                </a:solidFill>
              </a:rPr>
              <a:t>……</a:t>
            </a:r>
            <a:endParaRPr lang="ko-KR" altLang="en-US" dirty="0">
              <a:solidFill>
                <a:schemeClr val="bg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730012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13F15FD-E9FD-489A-8332-3F2322069F66}"/>
              </a:ext>
            </a:extLst>
          </p:cNvPr>
          <p:cNvSpPr txBox="1"/>
          <p:nvPr/>
        </p:nvSpPr>
        <p:spPr>
          <a:xfrm>
            <a:off x="4254500" y="0"/>
            <a:ext cx="3683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Arial Black" panose="020B0A04020102020204" pitchFamily="34" charset="0"/>
              </a:rPr>
              <a:t>MAIN PAGE</a:t>
            </a:r>
            <a:endParaRPr lang="ko-KR" altLang="en-US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988539A-18B4-4EE0-84B8-81B40CA98261}"/>
              </a:ext>
            </a:extLst>
          </p:cNvPr>
          <p:cNvSpPr/>
          <p:nvPr/>
        </p:nvSpPr>
        <p:spPr>
          <a:xfrm>
            <a:off x="0" y="0"/>
            <a:ext cx="2362200" cy="6858000"/>
          </a:xfrm>
          <a:prstGeom prst="rect">
            <a:avLst/>
          </a:prstGeom>
          <a:solidFill>
            <a:schemeClr val="bg1">
              <a:lumMod val="85000"/>
              <a:alpha val="42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7F477874-11F8-4F8D-8555-DF51CED02644}"/>
              </a:ext>
            </a:extLst>
          </p:cNvPr>
          <p:cNvSpPr/>
          <p:nvPr/>
        </p:nvSpPr>
        <p:spPr>
          <a:xfrm>
            <a:off x="241300" y="165100"/>
            <a:ext cx="1917700" cy="393700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User Name</a:t>
            </a:r>
            <a:endParaRPr lang="ko-KR" altLang="en-US" dirty="0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0FEB2551-13D3-45D7-B6B9-481DDE38E23F}"/>
              </a:ext>
            </a:extLst>
          </p:cNvPr>
          <p:cNvGrpSpPr/>
          <p:nvPr/>
        </p:nvGrpSpPr>
        <p:grpSpPr>
          <a:xfrm>
            <a:off x="-660400" y="931637"/>
            <a:ext cx="3683000" cy="6059449"/>
            <a:chOff x="2514600" y="600658"/>
            <a:chExt cx="3683000" cy="6059449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D82CC8D-EFB2-48AE-8299-6A665A6AF192}"/>
                </a:ext>
              </a:extLst>
            </p:cNvPr>
            <p:cNvSpPr txBox="1">
              <a:spLocks/>
            </p:cNvSpPr>
            <p:nvPr/>
          </p:nvSpPr>
          <p:spPr>
            <a:xfrm>
              <a:off x="2514600" y="2706446"/>
              <a:ext cx="36830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>
                  <a:solidFill>
                    <a:schemeClr val="bg1"/>
                  </a:solidFill>
                  <a:latin typeface="Arial Black" panose="020B0A04020102020204" pitchFamily="34" charset="0"/>
                </a:rPr>
                <a:t>Project 3</a:t>
              </a:r>
              <a:endParaRPr lang="ko-KR" altLang="en-US" dirty="0">
                <a:solidFill>
                  <a:schemeClr val="bg1"/>
                </a:solidFill>
                <a:latin typeface="Arial Black" panose="020B0A04020102020204" pitchFamily="34" charset="0"/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EBFCEDA1-E503-43F8-A310-4D31DD54A202}"/>
                </a:ext>
              </a:extLst>
            </p:cNvPr>
            <p:cNvSpPr txBox="1">
              <a:spLocks/>
            </p:cNvSpPr>
            <p:nvPr/>
          </p:nvSpPr>
          <p:spPr>
            <a:xfrm>
              <a:off x="2514600" y="3261051"/>
              <a:ext cx="36830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>
                  <a:solidFill>
                    <a:schemeClr val="bg1"/>
                  </a:solidFill>
                  <a:latin typeface="Arial Black" panose="020B0A04020102020204" pitchFamily="34" charset="0"/>
                </a:rPr>
                <a:t>Project 4</a:t>
              </a:r>
              <a:endParaRPr lang="ko-KR" altLang="en-US" dirty="0">
                <a:solidFill>
                  <a:schemeClr val="bg1"/>
                </a:solidFill>
                <a:latin typeface="Arial Black" panose="020B0A04020102020204" pitchFamily="34" charset="0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FAC2F7F-E4AA-4C97-8FE1-3DBDBC10515E}"/>
                </a:ext>
              </a:extLst>
            </p:cNvPr>
            <p:cNvSpPr txBox="1">
              <a:spLocks/>
            </p:cNvSpPr>
            <p:nvPr/>
          </p:nvSpPr>
          <p:spPr>
            <a:xfrm>
              <a:off x="2514600" y="3815656"/>
              <a:ext cx="36830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>
                  <a:solidFill>
                    <a:schemeClr val="bg1"/>
                  </a:solidFill>
                  <a:latin typeface="Arial Black" panose="020B0A04020102020204" pitchFamily="34" charset="0"/>
                </a:rPr>
                <a:t>Project 5</a:t>
              </a:r>
              <a:endParaRPr lang="ko-KR" altLang="en-US" dirty="0">
                <a:solidFill>
                  <a:schemeClr val="bg1"/>
                </a:solidFill>
                <a:latin typeface="Arial Black" panose="020B0A04020102020204" pitchFamily="34" charset="0"/>
              </a:endParaRPr>
            </a:p>
          </p:txBody>
        </p:sp>
        <p:grpSp>
          <p:nvGrpSpPr>
            <p:cNvPr id="2" name="그룹 1">
              <a:extLst>
                <a:ext uri="{FF2B5EF4-FFF2-40B4-BE49-F238E27FC236}">
                  <a16:creationId xmlns:a16="http://schemas.microsoft.com/office/drawing/2014/main" id="{9E567D35-5767-4477-BA75-9A5023B056EA}"/>
                </a:ext>
              </a:extLst>
            </p:cNvPr>
            <p:cNvGrpSpPr/>
            <p:nvPr/>
          </p:nvGrpSpPr>
          <p:grpSpPr>
            <a:xfrm>
              <a:off x="2514600" y="600658"/>
              <a:ext cx="3683000" cy="6059449"/>
              <a:chOff x="2514600" y="690949"/>
              <a:chExt cx="3683000" cy="6059449"/>
            </a:xfrm>
          </p:grpSpPr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61CD440-A658-46E9-9D9D-99E954D0867C}"/>
                  </a:ext>
                </a:extLst>
              </p:cNvPr>
              <p:cNvSpPr txBox="1"/>
              <p:nvPr/>
            </p:nvSpPr>
            <p:spPr>
              <a:xfrm>
                <a:off x="2514600" y="690949"/>
                <a:ext cx="3683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2400" dirty="0">
                    <a:solidFill>
                      <a:schemeClr val="bg1"/>
                    </a:solidFill>
                    <a:latin typeface="Arial Black" panose="020B0A04020102020204" pitchFamily="34" charset="0"/>
                  </a:rPr>
                  <a:t>Projects</a:t>
                </a:r>
                <a:endParaRPr lang="ko-KR" altLang="en-US" sz="2400" dirty="0">
                  <a:solidFill>
                    <a:schemeClr val="bg1"/>
                  </a:solidFill>
                  <a:latin typeface="Arial Black" panose="020B0A04020102020204" pitchFamily="34" charset="0"/>
                </a:endParaRPr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C9F9928-E1EE-4422-8BBC-3C1F861F9D7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514600" y="1702812"/>
                <a:ext cx="36830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dirty="0">
                    <a:solidFill>
                      <a:schemeClr val="bg1"/>
                    </a:solidFill>
                    <a:latin typeface="Arial Black" panose="020B0A04020102020204" pitchFamily="34" charset="0"/>
                  </a:rPr>
                  <a:t>Project 1</a:t>
                </a:r>
                <a:endParaRPr lang="ko-KR" altLang="en-US" dirty="0">
                  <a:solidFill>
                    <a:schemeClr val="bg1"/>
                  </a:solidFill>
                  <a:latin typeface="Arial Black" panose="020B0A04020102020204" pitchFamily="34" charset="0"/>
                </a:endParaRPr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011B4CA-B5CA-44BA-BEE3-54ABFA82D05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514600" y="2293865"/>
                <a:ext cx="36830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dirty="0">
                    <a:solidFill>
                      <a:schemeClr val="bg1"/>
                    </a:solidFill>
                    <a:latin typeface="Arial Black" panose="020B0A04020102020204" pitchFamily="34" charset="0"/>
                  </a:rPr>
                  <a:t>Project 2</a:t>
                </a:r>
                <a:endParaRPr lang="ko-KR" altLang="en-US" dirty="0">
                  <a:solidFill>
                    <a:schemeClr val="bg1"/>
                  </a:solidFill>
                  <a:latin typeface="Arial Black" panose="020B0A04020102020204" pitchFamily="34" charset="0"/>
                </a:endParaRPr>
              </a:p>
            </p:txBody>
          </p:sp>
          <p:grpSp>
            <p:nvGrpSpPr>
              <p:cNvPr id="40" name="그룹 39">
                <a:extLst>
                  <a:ext uri="{FF2B5EF4-FFF2-40B4-BE49-F238E27FC236}">
                    <a16:creationId xmlns:a16="http://schemas.microsoft.com/office/drawing/2014/main" id="{AC3E3FC5-BD78-4CE2-B1F8-815B9BAFE33E}"/>
                  </a:ext>
                </a:extLst>
              </p:cNvPr>
              <p:cNvGrpSpPr/>
              <p:nvPr/>
            </p:nvGrpSpPr>
            <p:grpSpPr>
              <a:xfrm>
                <a:off x="2514600" y="4256801"/>
                <a:ext cx="3683000" cy="2493597"/>
                <a:chOff x="2514600" y="4256801"/>
                <a:chExt cx="3683000" cy="2493597"/>
              </a:xfrm>
            </p:grpSpPr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45C10D49-74D7-4EC9-BA1B-077CAE6CE867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514600" y="4256801"/>
                  <a:ext cx="368300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ko-KR" dirty="0">
                      <a:solidFill>
                        <a:schemeClr val="bg1"/>
                      </a:solidFill>
                      <a:latin typeface="Arial Black" panose="020B0A04020102020204" pitchFamily="34" charset="0"/>
                    </a:rPr>
                    <a:t>Project 6</a:t>
                  </a:r>
                  <a:endParaRPr lang="ko-KR" altLang="en-US" dirty="0">
                    <a:solidFill>
                      <a:schemeClr val="bg1"/>
                    </a:solidFill>
                    <a:latin typeface="Arial Black" panose="020B0A04020102020204" pitchFamily="34" charset="0"/>
                  </a:endParaRPr>
                </a:p>
              </p:txBody>
            </p:sp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01CA543E-3D00-472E-84AC-C7EBD05C55A3}"/>
                    </a:ext>
                  </a:extLst>
                </p:cNvPr>
                <p:cNvSpPr txBox="1"/>
                <p:nvPr/>
              </p:nvSpPr>
              <p:spPr>
                <a:xfrm>
                  <a:off x="2514600" y="4996072"/>
                  <a:ext cx="3683000" cy="175432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ko-KR" dirty="0">
                      <a:solidFill>
                        <a:schemeClr val="bg1"/>
                      </a:solidFill>
                      <a:latin typeface="Arial Black" panose="020B0A04020102020204" pitchFamily="34" charset="0"/>
                    </a:rPr>
                    <a:t>.</a:t>
                  </a:r>
                </a:p>
                <a:p>
                  <a:pPr algn="ctr"/>
                  <a:r>
                    <a:rPr lang="en-US" altLang="ko-KR" dirty="0">
                      <a:solidFill>
                        <a:schemeClr val="bg1"/>
                      </a:solidFill>
                      <a:latin typeface="Arial Black" panose="020B0A04020102020204" pitchFamily="34" charset="0"/>
                    </a:rPr>
                    <a:t>.</a:t>
                  </a:r>
                </a:p>
                <a:p>
                  <a:pPr algn="ctr"/>
                  <a:r>
                    <a:rPr lang="en-US" altLang="ko-KR" dirty="0">
                      <a:solidFill>
                        <a:schemeClr val="bg1"/>
                      </a:solidFill>
                      <a:latin typeface="Arial Black" panose="020B0A04020102020204" pitchFamily="34" charset="0"/>
                    </a:rPr>
                    <a:t>.</a:t>
                  </a:r>
                </a:p>
                <a:p>
                  <a:pPr algn="ctr"/>
                  <a:r>
                    <a:rPr lang="en-US" altLang="ko-KR" dirty="0">
                      <a:solidFill>
                        <a:schemeClr val="bg1"/>
                      </a:solidFill>
                      <a:latin typeface="Arial Black" panose="020B0A04020102020204" pitchFamily="34" charset="0"/>
                    </a:rPr>
                    <a:t>.</a:t>
                  </a:r>
                </a:p>
                <a:p>
                  <a:pPr algn="ctr"/>
                  <a:r>
                    <a:rPr lang="en-US" altLang="ko-KR" dirty="0">
                      <a:solidFill>
                        <a:schemeClr val="bg1"/>
                      </a:solidFill>
                      <a:latin typeface="Arial Black" panose="020B0A04020102020204" pitchFamily="34" charset="0"/>
                    </a:rPr>
                    <a:t>.</a:t>
                  </a:r>
                </a:p>
                <a:p>
                  <a:pPr algn="ctr"/>
                  <a:endParaRPr lang="ko-KR" altLang="en-US" dirty="0">
                    <a:solidFill>
                      <a:schemeClr val="bg1"/>
                    </a:solidFill>
                    <a:latin typeface="Arial Black" panose="020B0A04020102020204" pitchFamily="34" charset="0"/>
                  </a:endParaRPr>
                </a:p>
              </p:txBody>
            </p:sp>
          </p:grpSp>
        </p:grpSp>
      </p:grpSp>
      <p:sp>
        <p:nvSpPr>
          <p:cNvPr id="41" name="말풍선: 모서리가 둥근 사각형 40">
            <a:extLst>
              <a:ext uri="{FF2B5EF4-FFF2-40B4-BE49-F238E27FC236}">
                <a16:creationId xmlns:a16="http://schemas.microsoft.com/office/drawing/2014/main" id="{F35C9C91-57A0-44DA-8EC4-8857C36E274C}"/>
              </a:ext>
            </a:extLst>
          </p:cNvPr>
          <p:cNvSpPr/>
          <p:nvPr/>
        </p:nvSpPr>
        <p:spPr>
          <a:xfrm>
            <a:off x="2730500" y="469900"/>
            <a:ext cx="9105900" cy="6147832"/>
          </a:xfrm>
          <a:prstGeom prst="wedgeRoundRectCallout">
            <a:avLst>
              <a:gd name="adj1" fmla="val -62390"/>
              <a:gd name="adj2" fmla="val -23856"/>
              <a:gd name="adj3" fmla="val 16667"/>
            </a:avLst>
          </a:prstGeom>
          <a:solidFill>
            <a:schemeClr val="bg2">
              <a:lumMod val="75000"/>
              <a:alpha val="16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CCFD2E62-9EA8-427A-9296-EF305070A068}"/>
              </a:ext>
            </a:extLst>
          </p:cNvPr>
          <p:cNvSpPr/>
          <p:nvPr/>
        </p:nvSpPr>
        <p:spPr>
          <a:xfrm>
            <a:off x="3486150" y="931637"/>
            <a:ext cx="2019300" cy="1150363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Arial Black" panose="020B0A04020102020204" pitchFamily="34" charset="0"/>
              </a:rPr>
              <a:t>Task1</a:t>
            </a:r>
            <a:endParaRPr lang="ko-KR" altLang="en-US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88412929-1E2E-4342-B979-4A3F1962F85C}"/>
              </a:ext>
            </a:extLst>
          </p:cNvPr>
          <p:cNvSpPr/>
          <p:nvPr/>
        </p:nvSpPr>
        <p:spPr>
          <a:xfrm>
            <a:off x="3486150" y="2182568"/>
            <a:ext cx="2019300" cy="1150363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Arial Black" panose="020B0A04020102020204" pitchFamily="34" charset="0"/>
              </a:rPr>
              <a:t>Task2</a:t>
            </a:r>
            <a:endParaRPr lang="ko-KR" altLang="en-US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47CA63B8-B16E-419A-B3B7-E1D1E6029348}"/>
              </a:ext>
            </a:extLst>
          </p:cNvPr>
          <p:cNvSpPr/>
          <p:nvPr/>
        </p:nvSpPr>
        <p:spPr>
          <a:xfrm>
            <a:off x="3486150" y="3525070"/>
            <a:ext cx="2019300" cy="1150363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Arial Black" panose="020B0A04020102020204" pitchFamily="34" charset="0"/>
              </a:rPr>
              <a:t>Task3</a:t>
            </a:r>
            <a:endParaRPr lang="ko-KR" altLang="en-US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9ED49F61-ADB7-42C8-A8FE-7671F6970D11}"/>
              </a:ext>
            </a:extLst>
          </p:cNvPr>
          <p:cNvSpPr/>
          <p:nvPr/>
        </p:nvSpPr>
        <p:spPr>
          <a:xfrm>
            <a:off x="3486150" y="4866821"/>
            <a:ext cx="2019300" cy="1150363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Arial Black" panose="020B0A04020102020204" pitchFamily="34" charset="0"/>
              </a:rPr>
              <a:t>Task4</a:t>
            </a:r>
            <a:endParaRPr lang="ko-KR" altLang="en-US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sp>
        <p:nvSpPr>
          <p:cNvPr id="7" name="말풍선: 모서리가 둥근 사각형 6">
            <a:extLst>
              <a:ext uri="{FF2B5EF4-FFF2-40B4-BE49-F238E27FC236}">
                <a16:creationId xmlns:a16="http://schemas.microsoft.com/office/drawing/2014/main" id="{AC9BA5E5-E943-425D-8F09-F7FBC8CCD26F}"/>
              </a:ext>
            </a:extLst>
          </p:cNvPr>
          <p:cNvSpPr/>
          <p:nvPr/>
        </p:nvSpPr>
        <p:spPr>
          <a:xfrm>
            <a:off x="6096000" y="931637"/>
            <a:ext cx="5283200" cy="1150363"/>
          </a:xfrm>
          <a:prstGeom prst="wedgeRoundRectCallout">
            <a:avLst>
              <a:gd name="adj1" fmla="val -56810"/>
              <a:gd name="adj2" fmla="val -1532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003">
            <a:schemeClr val="dk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/>
              <a:t>Discription</a:t>
            </a:r>
            <a:r>
              <a:rPr lang="en-US" altLang="ko-KR" dirty="0"/>
              <a:t>:~~~~~~~~~~</a:t>
            </a:r>
          </a:p>
          <a:p>
            <a:pPr algn="ctr"/>
            <a:r>
              <a:rPr lang="en-US" altLang="ko-KR" dirty="0"/>
              <a:t>Tags:~~~~~~~~~~~~</a:t>
            </a:r>
            <a:endParaRPr lang="ko-KR" altLang="en-US" dirty="0"/>
          </a:p>
        </p:txBody>
      </p:sp>
      <p:sp>
        <p:nvSpPr>
          <p:cNvPr id="24" name="말풍선: 모서리가 둥근 사각형 23">
            <a:extLst>
              <a:ext uri="{FF2B5EF4-FFF2-40B4-BE49-F238E27FC236}">
                <a16:creationId xmlns:a16="http://schemas.microsoft.com/office/drawing/2014/main" id="{37FF0DD7-03DA-4B64-A31E-68E97A71DA34}"/>
              </a:ext>
            </a:extLst>
          </p:cNvPr>
          <p:cNvSpPr/>
          <p:nvPr/>
        </p:nvSpPr>
        <p:spPr>
          <a:xfrm>
            <a:off x="6096000" y="2182568"/>
            <a:ext cx="5283200" cy="1150363"/>
          </a:xfrm>
          <a:prstGeom prst="wedgeRoundRectCallout">
            <a:avLst>
              <a:gd name="adj1" fmla="val -56810"/>
              <a:gd name="adj2" fmla="val -1532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003">
            <a:schemeClr val="dk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/>
              <a:t>Discription</a:t>
            </a:r>
            <a:r>
              <a:rPr lang="en-US" altLang="ko-KR" dirty="0"/>
              <a:t>:~~~~~~~~~~</a:t>
            </a:r>
          </a:p>
          <a:p>
            <a:pPr algn="ctr"/>
            <a:r>
              <a:rPr lang="en-US" altLang="ko-KR" dirty="0"/>
              <a:t>Tags:~~~~~~~~~~~~</a:t>
            </a:r>
            <a:endParaRPr lang="ko-KR" altLang="en-US" dirty="0"/>
          </a:p>
        </p:txBody>
      </p:sp>
      <p:sp>
        <p:nvSpPr>
          <p:cNvPr id="25" name="말풍선: 모서리가 둥근 사각형 24">
            <a:extLst>
              <a:ext uri="{FF2B5EF4-FFF2-40B4-BE49-F238E27FC236}">
                <a16:creationId xmlns:a16="http://schemas.microsoft.com/office/drawing/2014/main" id="{3850A14F-F392-4B5C-97C9-F6A6E8B633CE}"/>
              </a:ext>
            </a:extLst>
          </p:cNvPr>
          <p:cNvSpPr/>
          <p:nvPr/>
        </p:nvSpPr>
        <p:spPr>
          <a:xfrm>
            <a:off x="6096000" y="3617049"/>
            <a:ext cx="5283200" cy="1150363"/>
          </a:xfrm>
          <a:prstGeom prst="wedgeRoundRectCallout">
            <a:avLst>
              <a:gd name="adj1" fmla="val -56810"/>
              <a:gd name="adj2" fmla="val -1532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003">
            <a:schemeClr val="dk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/>
              <a:t>Discription</a:t>
            </a:r>
            <a:r>
              <a:rPr lang="en-US" altLang="ko-KR" dirty="0"/>
              <a:t>:~~~~~~~~~~</a:t>
            </a:r>
          </a:p>
          <a:p>
            <a:pPr algn="ctr"/>
            <a:r>
              <a:rPr lang="en-US" altLang="ko-KR" dirty="0"/>
              <a:t>Tags:~~~~~~~~~~~~</a:t>
            </a:r>
            <a:endParaRPr lang="ko-KR" altLang="en-US" dirty="0"/>
          </a:p>
        </p:txBody>
      </p:sp>
      <p:sp>
        <p:nvSpPr>
          <p:cNvPr id="27" name="말풍선: 모서리가 둥근 사각형 26">
            <a:extLst>
              <a:ext uri="{FF2B5EF4-FFF2-40B4-BE49-F238E27FC236}">
                <a16:creationId xmlns:a16="http://schemas.microsoft.com/office/drawing/2014/main" id="{0421EC1A-A34E-450D-995C-C19702EEA4C0}"/>
              </a:ext>
            </a:extLst>
          </p:cNvPr>
          <p:cNvSpPr/>
          <p:nvPr/>
        </p:nvSpPr>
        <p:spPr>
          <a:xfrm>
            <a:off x="6096000" y="4942472"/>
            <a:ext cx="5283200" cy="1150363"/>
          </a:xfrm>
          <a:prstGeom prst="wedgeRoundRectCallout">
            <a:avLst>
              <a:gd name="adj1" fmla="val -56810"/>
              <a:gd name="adj2" fmla="val -1532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003">
            <a:schemeClr val="dk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/>
              <a:t>Discription</a:t>
            </a:r>
            <a:r>
              <a:rPr lang="en-US" altLang="ko-KR" dirty="0"/>
              <a:t>:~~~~~~~~~~</a:t>
            </a:r>
          </a:p>
          <a:p>
            <a:pPr algn="ctr"/>
            <a:r>
              <a:rPr lang="en-US" altLang="ko-KR" dirty="0"/>
              <a:t>Tags:~~~~~~~~~~~~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619691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13F15FD-E9FD-489A-8332-3F2322069F66}"/>
              </a:ext>
            </a:extLst>
          </p:cNvPr>
          <p:cNvSpPr txBox="1"/>
          <p:nvPr/>
        </p:nvSpPr>
        <p:spPr>
          <a:xfrm>
            <a:off x="4254500" y="0"/>
            <a:ext cx="3683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Arial Black" panose="020B0A04020102020204" pitchFamily="34" charset="0"/>
              </a:rPr>
              <a:t>MAIN PAGE</a:t>
            </a:r>
            <a:endParaRPr lang="ko-KR" altLang="en-US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988539A-18B4-4EE0-84B8-81B40CA98261}"/>
              </a:ext>
            </a:extLst>
          </p:cNvPr>
          <p:cNvSpPr/>
          <p:nvPr/>
        </p:nvSpPr>
        <p:spPr>
          <a:xfrm>
            <a:off x="0" y="0"/>
            <a:ext cx="2362200" cy="6858000"/>
          </a:xfrm>
          <a:prstGeom prst="rect">
            <a:avLst/>
          </a:prstGeom>
          <a:solidFill>
            <a:schemeClr val="bg1">
              <a:lumMod val="85000"/>
              <a:alpha val="42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7F477874-11F8-4F8D-8555-DF51CED02644}"/>
              </a:ext>
            </a:extLst>
          </p:cNvPr>
          <p:cNvSpPr/>
          <p:nvPr/>
        </p:nvSpPr>
        <p:spPr>
          <a:xfrm>
            <a:off x="241300" y="165100"/>
            <a:ext cx="1917700" cy="393700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User Name</a:t>
            </a:r>
            <a:endParaRPr lang="ko-KR" altLang="en-US" dirty="0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0FEB2551-13D3-45D7-B6B9-481DDE38E23F}"/>
              </a:ext>
            </a:extLst>
          </p:cNvPr>
          <p:cNvGrpSpPr/>
          <p:nvPr/>
        </p:nvGrpSpPr>
        <p:grpSpPr>
          <a:xfrm>
            <a:off x="-660400" y="931637"/>
            <a:ext cx="3683000" cy="6059449"/>
            <a:chOff x="2514600" y="600658"/>
            <a:chExt cx="3683000" cy="6059449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D82CC8D-EFB2-48AE-8299-6A665A6AF192}"/>
                </a:ext>
              </a:extLst>
            </p:cNvPr>
            <p:cNvSpPr txBox="1">
              <a:spLocks/>
            </p:cNvSpPr>
            <p:nvPr/>
          </p:nvSpPr>
          <p:spPr>
            <a:xfrm>
              <a:off x="2514600" y="2706446"/>
              <a:ext cx="36830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>
                  <a:solidFill>
                    <a:schemeClr val="bg1"/>
                  </a:solidFill>
                  <a:latin typeface="Arial Black" panose="020B0A04020102020204" pitchFamily="34" charset="0"/>
                </a:rPr>
                <a:t>Project 3</a:t>
              </a:r>
              <a:endParaRPr lang="ko-KR" altLang="en-US" dirty="0">
                <a:solidFill>
                  <a:schemeClr val="bg1"/>
                </a:solidFill>
                <a:latin typeface="Arial Black" panose="020B0A04020102020204" pitchFamily="34" charset="0"/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EBFCEDA1-E503-43F8-A310-4D31DD54A202}"/>
                </a:ext>
              </a:extLst>
            </p:cNvPr>
            <p:cNvSpPr txBox="1">
              <a:spLocks/>
            </p:cNvSpPr>
            <p:nvPr/>
          </p:nvSpPr>
          <p:spPr>
            <a:xfrm>
              <a:off x="2514600" y="3261051"/>
              <a:ext cx="36830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>
                  <a:solidFill>
                    <a:schemeClr val="bg1"/>
                  </a:solidFill>
                  <a:latin typeface="Arial Black" panose="020B0A04020102020204" pitchFamily="34" charset="0"/>
                </a:rPr>
                <a:t>Project 4</a:t>
              </a:r>
              <a:endParaRPr lang="ko-KR" altLang="en-US" dirty="0">
                <a:solidFill>
                  <a:schemeClr val="bg1"/>
                </a:solidFill>
                <a:latin typeface="Arial Black" panose="020B0A04020102020204" pitchFamily="34" charset="0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FAC2F7F-E4AA-4C97-8FE1-3DBDBC10515E}"/>
                </a:ext>
              </a:extLst>
            </p:cNvPr>
            <p:cNvSpPr txBox="1">
              <a:spLocks/>
            </p:cNvSpPr>
            <p:nvPr/>
          </p:nvSpPr>
          <p:spPr>
            <a:xfrm>
              <a:off x="2514600" y="3815656"/>
              <a:ext cx="36830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>
                  <a:solidFill>
                    <a:schemeClr val="bg1"/>
                  </a:solidFill>
                  <a:latin typeface="Arial Black" panose="020B0A04020102020204" pitchFamily="34" charset="0"/>
                </a:rPr>
                <a:t>Project 5</a:t>
              </a:r>
              <a:endParaRPr lang="ko-KR" altLang="en-US" dirty="0">
                <a:solidFill>
                  <a:schemeClr val="bg1"/>
                </a:solidFill>
                <a:latin typeface="Arial Black" panose="020B0A04020102020204" pitchFamily="34" charset="0"/>
              </a:endParaRPr>
            </a:p>
          </p:txBody>
        </p:sp>
        <p:grpSp>
          <p:nvGrpSpPr>
            <p:cNvPr id="2" name="그룹 1">
              <a:extLst>
                <a:ext uri="{FF2B5EF4-FFF2-40B4-BE49-F238E27FC236}">
                  <a16:creationId xmlns:a16="http://schemas.microsoft.com/office/drawing/2014/main" id="{9E567D35-5767-4477-BA75-9A5023B056EA}"/>
                </a:ext>
              </a:extLst>
            </p:cNvPr>
            <p:cNvGrpSpPr/>
            <p:nvPr/>
          </p:nvGrpSpPr>
          <p:grpSpPr>
            <a:xfrm>
              <a:off x="2514600" y="600658"/>
              <a:ext cx="3683000" cy="6059449"/>
              <a:chOff x="2514600" y="690949"/>
              <a:chExt cx="3683000" cy="6059449"/>
            </a:xfrm>
          </p:grpSpPr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61CD440-A658-46E9-9D9D-99E954D0867C}"/>
                  </a:ext>
                </a:extLst>
              </p:cNvPr>
              <p:cNvSpPr txBox="1"/>
              <p:nvPr/>
            </p:nvSpPr>
            <p:spPr>
              <a:xfrm>
                <a:off x="2514600" y="690949"/>
                <a:ext cx="3683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2400" dirty="0">
                    <a:solidFill>
                      <a:schemeClr val="bg1"/>
                    </a:solidFill>
                    <a:latin typeface="Arial Black" panose="020B0A04020102020204" pitchFamily="34" charset="0"/>
                  </a:rPr>
                  <a:t>Projects</a:t>
                </a:r>
                <a:endParaRPr lang="ko-KR" altLang="en-US" sz="2400" dirty="0">
                  <a:solidFill>
                    <a:schemeClr val="bg1"/>
                  </a:solidFill>
                  <a:latin typeface="Arial Black" panose="020B0A04020102020204" pitchFamily="34" charset="0"/>
                </a:endParaRPr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C9F9928-E1EE-4422-8BBC-3C1F861F9D7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514600" y="1702812"/>
                <a:ext cx="36830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dirty="0">
                    <a:solidFill>
                      <a:schemeClr val="bg1"/>
                    </a:solidFill>
                    <a:latin typeface="Arial Black" panose="020B0A04020102020204" pitchFamily="34" charset="0"/>
                  </a:rPr>
                  <a:t>Project 1</a:t>
                </a:r>
                <a:endParaRPr lang="ko-KR" altLang="en-US" dirty="0">
                  <a:solidFill>
                    <a:schemeClr val="bg1"/>
                  </a:solidFill>
                  <a:latin typeface="Arial Black" panose="020B0A04020102020204" pitchFamily="34" charset="0"/>
                </a:endParaRPr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011B4CA-B5CA-44BA-BEE3-54ABFA82D05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514600" y="2293865"/>
                <a:ext cx="36830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dirty="0">
                    <a:solidFill>
                      <a:schemeClr val="bg1"/>
                    </a:solidFill>
                    <a:latin typeface="Arial Black" panose="020B0A04020102020204" pitchFamily="34" charset="0"/>
                  </a:rPr>
                  <a:t>Project 2</a:t>
                </a:r>
                <a:endParaRPr lang="ko-KR" altLang="en-US" dirty="0">
                  <a:solidFill>
                    <a:schemeClr val="bg1"/>
                  </a:solidFill>
                  <a:latin typeface="Arial Black" panose="020B0A04020102020204" pitchFamily="34" charset="0"/>
                </a:endParaRPr>
              </a:p>
            </p:txBody>
          </p:sp>
          <p:grpSp>
            <p:nvGrpSpPr>
              <p:cNvPr id="40" name="그룹 39">
                <a:extLst>
                  <a:ext uri="{FF2B5EF4-FFF2-40B4-BE49-F238E27FC236}">
                    <a16:creationId xmlns:a16="http://schemas.microsoft.com/office/drawing/2014/main" id="{AC3E3FC5-BD78-4CE2-B1F8-815B9BAFE33E}"/>
                  </a:ext>
                </a:extLst>
              </p:cNvPr>
              <p:cNvGrpSpPr/>
              <p:nvPr/>
            </p:nvGrpSpPr>
            <p:grpSpPr>
              <a:xfrm>
                <a:off x="2514600" y="4256801"/>
                <a:ext cx="3683000" cy="2493597"/>
                <a:chOff x="2514600" y="4256801"/>
                <a:chExt cx="3683000" cy="2493597"/>
              </a:xfrm>
            </p:grpSpPr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45C10D49-74D7-4EC9-BA1B-077CAE6CE867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514600" y="4256801"/>
                  <a:ext cx="368300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ko-KR" dirty="0">
                      <a:solidFill>
                        <a:schemeClr val="bg1"/>
                      </a:solidFill>
                      <a:latin typeface="Arial Black" panose="020B0A04020102020204" pitchFamily="34" charset="0"/>
                    </a:rPr>
                    <a:t>Project 6</a:t>
                  </a:r>
                  <a:endParaRPr lang="ko-KR" altLang="en-US" dirty="0">
                    <a:solidFill>
                      <a:schemeClr val="bg1"/>
                    </a:solidFill>
                    <a:latin typeface="Arial Black" panose="020B0A04020102020204" pitchFamily="34" charset="0"/>
                  </a:endParaRPr>
                </a:p>
              </p:txBody>
            </p:sp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01CA543E-3D00-472E-84AC-C7EBD05C55A3}"/>
                    </a:ext>
                  </a:extLst>
                </p:cNvPr>
                <p:cNvSpPr txBox="1"/>
                <p:nvPr/>
              </p:nvSpPr>
              <p:spPr>
                <a:xfrm>
                  <a:off x="2514600" y="4996072"/>
                  <a:ext cx="3683000" cy="175432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ko-KR" dirty="0">
                      <a:solidFill>
                        <a:schemeClr val="bg1"/>
                      </a:solidFill>
                      <a:latin typeface="Arial Black" panose="020B0A04020102020204" pitchFamily="34" charset="0"/>
                    </a:rPr>
                    <a:t>.</a:t>
                  </a:r>
                </a:p>
                <a:p>
                  <a:pPr algn="ctr"/>
                  <a:r>
                    <a:rPr lang="en-US" altLang="ko-KR" dirty="0">
                      <a:solidFill>
                        <a:schemeClr val="bg1"/>
                      </a:solidFill>
                      <a:latin typeface="Arial Black" panose="020B0A04020102020204" pitchFamily="34" charset="0"/>
                    </a:rPr>
                    <a:t>.</a:t>
                  </a:r>
                </a:p>
                <a:p>
                  <a:pPr algn="ctr"/>
                  <a:r>
                    <a:rPr lang="en-US" altLang="ko-KR" dirty="0">
                      <a:solidFill>
                        <a:schemeClr val="bg1"/>
                      </a:solidFill>
                      <a:latin typeface="Arial Black" panose="020B0A04020102020204" pitchFamily="34" charset="0"/>
                    </a:rPr>
                    <a:t>.</a:t>
                  </a:r>
                </a:p>
                <a:p>
                  <a:pPr algn="ctr"/>
                  <a:r>
                    <a:rPr lang="en-US" altLang="ko-KR" dirty="0">
                      <a:solidFill>
                        <a:schemeClr val="bg1"/>
                      </a:solidFill>
                      <a:latin typeface="Arial Black" panose="020B0A04020102020204" pitchFamily="34" charset="0"/>
                    </a:rPr>
                    <a:t>.</a:t>
                  </a:r>
                </a:p>
                <a:p>
                  <a:pPr algn="ctr"/>
                  <a:r>
                    <a:rPr lang="en-US" altLang="ko-KR" dirty="0">
                      <a:solidFill>
                        <a:schemeClr val="bg1"/>
                      </a:solidFill>
                      <a:latin typeface="Arial Black" panose="020B0A04020102020204" pitchFamily="34" charset="0"/>
                    </a:rPr>
                    <a:t>.</a:t>
                  </a:r>
                </a:p>
                <a:p>
                  <a:pPr algn="ctr"/>
                  <a:endParaRPr lang="ko-KR" altLang="en-US" dirty="0">
                    <a:solidFill>
                      <a:schemeClr val="bg1"/>
                    </a:solidFill>
                    <a:latin typeface="Arial Black" panose="020B0A04020102020204" pitchFamily="34" charset="0"/>
                  </a:endParaRPr>
                </a:p>
              </p:txBody>
            </p:sp>
          </p:grpSp>
        </p:grpSp>
      </p:grpSp>
      <p:sp>
        <p:nvSpPr>
          <p:cNvPr id="41" name="말풍선: 모서리가 둥근 사각형 40">
            <a:extLst>
              <a:ext uri="{FF2B5EF4-FFF2-40B4-BE49-F238E27FC236}">
                <a16:creationId xmlns:a16="http://schemas.microsoft.com/office/drawing/2014/main" id="{F35C9C91-57A0-44DA-8EC4-8857C36E274C}"/>
              </a:ext>
            </a:extLst>
          </p:cNvPr>
          <p:cNvSpPr/>
          <p:nvPr/>
        </p:nvSpPr>
        <p:spPr>
          <a:xfrm>
            <a:off x="2730500" y="469900"/>
            <a:ext cx="9105900" cy="6147832"/>
          </a:xfrm>
          <a:prstGeom prst="wedgeRoundRectCallout">
            <a:avLst>
              <a:gd name="adj1" fmla="val -62390"/>
              <a:gd name="adj2" fmla="val -23856"/>
              <a:gd name="adj3" fmla="val 16667"/>
            </a:avLst>
          </a:prstGeom>
          <a:solidFill>
            <a:schemeClr val="bg2">
              <a:lumMod val="75000"/>
              <a:alpha val="16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CCFD2E62-9EA8-427A-9296-EF305070A068}"/>
              </a:ext>
            </a:extLst>
          </p:cNvPr>
          <p:cNvSpPr/>
          <p:nvPr/>
        </p:nvSpPr>
        <p:spPr>
          <a:xfrm>
            <a:off x="3486150" y="931637"/>
            <a:ext cx="2019300" cy="1150363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Arial Black" panose="020B0A04020102020204" pitchFamily="34" charset="0"/>
              </a:rPr>
              <a:t>Task1</a:t>
            </a:r>
            <a:endParaRPr lang="ko-KR" altLang="en-US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88412929-1E2E-4342-B979-4A3F1962F85C}"/>
              </a:ext>
            </a:extLst>
          </p:cNvPr>
          <p:cNvSpPr/>
          <p:nvPr/>
        </p:nvSpPr>
        <p:spPr>
          <a:xfrm>
            <a:off x="3486150" y="2182568"/>
            <a:ext cx="2019300" cy="1150363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Arial Black" panose="020B0A04020102020204" pitchFamily="34" charset="0"/>
              </a:rPr>
              <a:t>Task2</a:t>
            </a:r>
            <a:endParaRPr lang="ko-KR" altLang="en-US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47CA63B8-B16E-419A-B3B7-E1D1E6029348}"/>
              </a:ext>
            </a:extLst>
          </p:cNvPr>
          <p:cNvSpPr/>
          <p:nvPr/>
        </p:nvSpPr>
        <p:spPr>
          <a:xfrm>
            <a:off x="3486150" y="3525070"/>
            <a:ext cx="2019300" cy="1150363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Arial Black" panose="020B0A04020102020204" pitchFamily="34" charset="0"/>
              </a:rPr>
              <a:t>Task3</a:t>
            </a:r>
            <a:endParaRPr lang="ko-KR" altLang="en-US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9ED49F61-ADB7-42C8-A8FE-7671F6970D11}"/>
              </a:ext>
            </a:extLst>
          </p:cNvPr>
          <p:cNvSpPr/>
          <p:nvPr/>
        </p:nvSpPr>
        <p:spPr>
          <a:xfrm>
            <a:off x="3486150" y="4866821"/>
            <a:ext cx="2019300" cy="1150363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Arial Black" panose="020B0A04020102020204" pitchFamily="34" charset="0"/>
              </a:rPr>
              <a:t>Task4</a:t>
            </a:r>
            <a:endParaRPr lang="ko-KR" altLang="en-US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sp>
        <p:nvSpPr>
          <p:cNvPr id="7" name="말풍선: 모서리가 둥근 사각형 6">
            <a:extLst>
              <a:ext uri="{FF2B5EF4-FFF2-40B4-BE49-F238E27FC236}">
                <a16:creationId xmlns:a16="http://schemas.microsoft.com/office/drawing/2014/main" id="{AC9BA5E5-E943-425D-8F09-F7FBC8CCD26F}"/>
              </a:ext>
            </a:extLst>
          </p:cNvPr>
          <p:cNvSpPr/>
          <p:nvPr/>
        </p:nvSpPr>
        <p:spPr>
          <a:xfrm>
            <a:off x="6096000" y="959758"/>
            <a:ext cx="5283200" cy="5456463"/>
          </a:xfrm>
          <a:prstGeom prst="wedgeRoundRectCallout">
            <a:avLst>
              <a:gd name="adj1" fmla="val -58973"/>
              <a:gd name="adj2" fmla="val -42792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003">
            <a:schemeClr val="dk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Assignees:1,2,3,4,5,6,…..</a:t>
            </a:r>
          </a:p>
          <a:p>
            <a:pPr algn="ctr"/>
            <a:r>
              <a:rPr lang="en-US" altLang="ko-KR" dirty="0" err="1"/>
              <a:t>Discription</a:t>
            </a:r>
            <a:r>
              <a:rPr lang="en-US" altLang="ko-KR" dirty="0"/>
              <a:t>:~~~~~~~~~~</a:t>
            </a:r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r>
              <a:rPr lang="en-US" altLang="ko-KR" dirty="0"/>
              <a:t>Tags:~~~~~~~~~~~~</a:t>
            </a:r>
          </a:p>
          <a:p>
            <a:pPr algn="ctr"/>
            <a:r>
              <a:rPr lang="en-US" altLang="ko-KR" dirty="0"/>
              <a:t>Status: ~~~~~</a:t>
            </a:r>
          </a:p>
          <a:p>
            <a:pPr algn="ctr"/>
            <a:r>
              <a:rPr lang="en-US" altLang="ko-KR" dirty="0"/>
              <a:t>Priority:~~~~</a:t>
            </a:r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ko-KR" altLang="en-US" dirty="0"/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456A608A-F1CC-423C-8DA0-B5883965CACF}"/>
              </a:ext>
            </a:extLst>
          </p:cNvPr>
          <p:cNvSpPr/>
          <p:nvPr/>
        </p:nvSpPr>
        <p:spPr>
          <a:xfrm>
            <a:off x="6705600" y="5080000"/>
            <a:ext cx="4254500" cy="937184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Comment -&gt; </a:t>
            </a:r>
            <a:r>
              <a:rPr lang="en-US" altLang="ko-KR" dirty="0" err="1"/>
              <a:t>textarea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690471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13F15FD-E9FD-489A-8332-3F2322069F66}"/>
              </a:ext>
            </a:extLst>
          </p:cNvPr>
          <p:cNvSpPr txBox="1"/>
          <p:nvPr/>
        </p:nvSpPr>
        <p:spPr>
          <a:xfrm>
            <a:off x="4254500" y="0"/>
            <a:ext cx="3683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Arial Black" panose="020B0A04020102020204" pitchFamily="34" charset="0"/>
              </a:rPr>
              <a:t>MAIN PAGE</a:t>
            </a:r>
            <a:endParaRPr lang="ko-KR" altLang="en-US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988539A-18B4-4EE0-84B8-81B40CA98261}"/>
              </a:ext>
            </a:extLst>
          </p:cNvPr>
          <p:cNvSpPr/>
          <p:nvPr/>
        </p:nvSpPr>
        <p:spPr>
          <a:xfrm>
            <a:off x="0" y="0"/>
            <a:ext cx="2362200" cy="6858000"/>
          </a:xfrm>
          <a:prstGeom prst="rect">
            <a:avLst/>
          </a:prstGeom>
          <a:solidFill>
            <a:schemeClr val="bg1">
              <a:lumMod val="85000"/>
              <a:alpha val="42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7F477874-11F8-4F8D-8555-DF51CED02644}"/>
              </a:ext>
            </a:extLst>
          </p:cNvPr>
          <p:cNvSpPr/>
          <p:nvPr/>
        </p:nvSpPr>
        <p:spPr>
          <a:xfrm>
            <a:off x="241300" y="165100"/>
            <a:ext cx="1917700" cy="393700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User Name</a:t>
            </a:r>
            <a:endParaRPr lang="ko-KR" altLang="en-US" dirty="0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0FEB2551-13D3-45D7-B6B9-481DDE38E23F}"/>
              </a:ext>
            </a:extLst>
          </p:cNvPr>
          <p:cNvGrpSpPr/>
          <p:nvPr/>
        </p:nvGrpSpPr>
        <p:grpSpPr>
          <a:xfrm>
            <a:off x="-660400" y="931637"/>
            <a:ext cx="3683000" cy="6059449"/>
            <a:chOff x="2514600" y="600658"/>
            <a:chExt cx="3683000" cy="6059449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D82CC8D-EFB2-48AE-8299-6A665A6AF192}"/>
                </a:ext>
              </a:extLst>
            </p:cNvPr>
            <p:cNvSpPr txBox="1">
              <a:spLocks/>
            </p:cNvSpPr>
            <p:nvPr/>
          </p:nvSpPr>
          <p:spPr>
            <a:xfrm>
              <a:off x="2514600" y="2706446"/>
              <a:ext cx="36830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>
                  <a:solidFill>
                    <a:schemeClr val="bg1"/>
                  </a:solidFill>
                  <a:latin typeface="Arial Black" panose="020B0A04020102020204" pitchFamily="34" charset="0"/>
                </a:rPr>
                <a:t>Project 3</a:t>
              </a:r>
              <a:endParaRPr lang="ko-KR" altLang="en-US" dirty="0">
                <a:solidFill>
                  <a:schemeClr val="bg1"/>
                </a:solidFill>
                <a:latin typeface="Arial Black" panose="020B0A04020102020204" pitchFamily="34" charset="0"/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EBFCEDA1-E503-43F8-A310-4D31DD54A202}"/>
                </a:ext>
              </a:extLst>
            </p:cNvPr>
            <p:cNvSpPr txBox="1">
              <a:spLocks/>
            </p:cNvSpPr>
            <p:nvPr/>
          </p:nvSpPr>
          <p:spPr>
            <a:xfrm>
              <a:off x="2514600" y="3261051"/>
              <a:ext cx="36830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>
                  <a:solidFill>
                    <a:schemeClr val="bg1"/>
                  </a:solidFill>
                  <a:latin typeface="Arial Black" panose="020B0A04020102020204" pitchFamily="34" charset="0"/>
                </a:rPr>
                <a:t>Project 4</a:t>
              </a:r>
              <a:endParaRPr lang="ko-KR" altLang="en-US" dirty="0">
                <a:solidFill>
                  <a:schemeClr val="bg1"/>
                </a:solidFill>
                <a:latin typeface="Arial Black" panose="020B0A04020102020204" pitchFamily="34" charset="0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FAC2F7F-E4AA-4C97-8FE1-3DBDBC10515E}"/>
                </a:ext>
              </a:extLst>
            </p:cNvPr>
            <p:cNvSpPr txBox="1">
              <a:spLocks/>
            </p:cNvSpPr>
            <p:nvPr/>
          </p:nvSpPr>
          <p:spPr>
            <a:xfrm>
              <a:off x="2514600" y="3815656"/>
              <a:ext cx="36830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>
                  <a:solidFill>
                    <a:schemeClr val="bg1"/>
                  </a:solidFill>
                  <a:latin typeface="Arial Black" panose="020B0A04020102020204" pitchFamily="34" charset="0"/>
                </a:rPr>
                <a:t>Project 5</a:t>
              </a:r>
              <a:endParaRPr lang="ko-KR" altLang="en-US" dirty="0">
                <a:solidFill>
                  <a:schemeClr val="bg1"/>
                </a:solidFill>
                <a:latin typeface="Arial Black" panose="020B0A04020102020204" pitchFamily="34" charset="0"/>
              </a:endParaRPr>
            </a:p>
          </p:txBody>
        </p:sp>
        <p:grpSp>
          <p:nvGrpSpPr>
            <p:cNvPr id="2" name="그룹 1">
              <a:extLst>
                <a:ext uri="{FF2B5EF4-FFF2-40B4-BE49-F238E27FC236}">
                  <a16:creationId xmlns:a16="http://schemas.microsoft.com/office/drawing/2014/main" id="{9E567D35-5767-4477-BA75-9A5023B056EA}"/>
                </a:ext>
              </a:extLst>
            </p:cNvPr>
            <p:cNvGrpSpPr/>
            <p:nvPr/>
          </p:nvGrpSpPr>
          <p:grpSpPr>
            <a:xfrm>
              <a:off x="2514600" y="600658"/>
              <a:ext cx="3683000" cy="6059449"/>
              <a:chOff x="2514600" y="690949"/>
              <a:chExt cx="3683000" cy="6059449"/>
            </a:xfrm>
          </p:grpSpPr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61CD440-A658-46E9-9D9D-99E954D0867C}"/>
                  </a:ext>
                </a:extLst>
              </p:cNvPr>
              <p:cNvSpPr txBox="1"/>
              <p:nvPr/>
            </p:nvSpPr>
            <p:spPr>
              <a:xfrm>
                <a:off x="2514600" y="690949"/>
                <a:ext cx="3683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2400" dirty="0">
                    <a:solidFill>
                      <a:schemeClr val="bg1"/>
                    </a:solidFill>
                    <a:latin typeface="Arial Black" panose="020B0A04020102020204" pitchFamily="34" charset="0"/>
                  </a:rPr>
                  <a:t>Projects</a:t>
                </a:r>
                <a:endParaRPr lang="ko-KR" altLang="en-US" sz="2400" dirty="0">
                  <a:solidFill>
                    <a:schemeClr val="bg1"/>
                  </a:solidFill>
                  <a:latin typeface="Arial Black" panose="020B0A04020102020204" pitchFamily="34" charset="0"/>
                </a:endParaRPr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C9F9928-E1EE-4422-8BBC-3C1F861F9D7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514600" y="1702812"/>
                <a:ext cx="36830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dirty="0">
                    <a:solidFill>
                      <a:schemeClr val="bg1"/>
                    </a:solidFill>
                    <a:latin typeface="Arial Black" panose="020B0A04020102020204" pitchFamily="34" charset="0"/>
                  </a:rPr>
                  <a:t>Project 1</a:t>
                </a:r>
                <a:endParaRPr lang="ko-KR" altLang="en-US" dirty="0">
                  <a:solidFill>
                    <a:schemeClr val="bg1"/>
                  </a:solidFill>
                  <a:latin typeface="Arial Black" panose="020B0A04020102020204" pitchFamily="34" charset="0"/>
                </a:endParaRPr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011B4CA-B5CA-44BA-BEE3-54ABFA82D05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514600" y="2293865"/>
                <a:ext cx="36830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dirty="0">
                    <a:solidFill>
                      <a:schemeClr val="bg1"/>
                    </a:solidFill>
                    <a:latin typeface="Arial Black" panose="020B0A04020102020204" pitchFamily="34" charset="0"/>
                  </a:rPr>
                  <a:t>Project 2</a:t>
                </a:r>
                <a:endParaRPr lang="ko-KR" altLang="en-US" dirty="0">
                  <a:solidFill>
                    <a:schemeClr val="bg1"/>
                  </a:solidFill>
                  <a:latin typeface="Arial Black" panose="020B0A04020102020204" pitchFamily="34" charset="0"/>
                </a:endParaRPr>
              </a:p>
            </p:txBody>
          </p:sp>
          <p:grpSp>
            <p:nvGrpSpPr>
              <p:cNvPr id="40" name="그룹 39">
                <a:extLst>
                  <a:ext uri="{FF2B5EF4-FFF2-40B4-BE49-F238E27FC236}">
                    <a16:creationId xmlns:a16="http://schemas.microsoft.com/office/drawing/2014/main" id="{AC3E3FC5-BD78-4CE2-B1F8-815B9BAFE33E}"/>
                  </a:ext>
                </a:extLst>
              </p:cNvPr>
              <p:cNvGrpSpPr/>
              <p:nvPr/>
            </p:nvGrpSpPr>
            <p:grpSpPr>
              <a:xfrm>
                <a:off x="2514600" y="4256801"/>
                <a:ext cx="3683000" cy="2493597"/>
                <a:chOff x="2514600" y="4256801"/>
                <a:chExt cx="3683000" cy="2493597"/>
              </a:xfrm>
            </p:grpSpPr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45C10D49-74D7-4EC9-BA1B-077CAE6CE867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514600" y="4256801"/>
                  <a:ext cx="368300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ko-KR" dirty="0">
                      <a:solidFill>
                        <a:schemeClr val="bg1"/>
                      </a:solidFill>
                      <a:latin typeface="Arial Black" panose="020B0A04020102020204" pitchFamily="34" charset="0"/>
                    </a:rPr>
                    <a:t>Project 6</a:t>
                  </a:r>
                  <a:endParaRPr lang="ko-KR" altLang="en-US" dirty="0">
                    <a:solidFill>
                      <a:schemeClr val="bg1"/>
                    </a:solidFill>
                    <a:latin typeface="Arial Black" panose="020B0A04020102020204" pitchFamily="34" charset="0"/>
                  </a:endParaRPr>
                </a:p>
              </p:txBody>
            </p:sp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01CA543E-3D00-472E-84AC-C7EBD05C55A3}"/>
                    </a:ext>
                  </a:extLst>
                </p:cNvPr>
                <p:cNvSpPr txBox="1"/>
                <p:nvPr/>
              </p:nvSpPr>
              <p:spPr>
                <a:xfrm>
                  <a:off x="2514600" y="4996072"/>
                  <a:ext cx="3683000" cy="175432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ko-KR" dirty="0">
                      <a:solidFill>
                        <a:schemeClr val="bg1"/>
                      </a:solidFill>
                      <a:latin typeface="Arial Black" panose="020B0A04020102020204" pitchFamily="34" charset="0"/>
                    </a:rPr>
                    <a:t>.</a:t>
                  </a:r>
                </a:p>
                <a:p>
                  <a:pPr algn="ctr"/>
                  <a:r>
                    <a:rPr lang="en-US" altLang="ko-KR" dirty="0">
                      <a:solidFill>
                        <a:schemeClr val="bg1"/>
                      </a:solidFill>
                      <a:latin typeface="Arial Black" panose="020B0A04020102020204" pitchFamily="34" charset="0"/>
                    </a:rPr>
                    <a:t>.</a:t>
                  </a:r>
                </a:p>
                <a:p>
                  <a:pPr algn="ctr"/>
                  <a:r>
                    <a:rPr lang="en-US" altLang="ko-KR" dirty="0">
                      <a:solidFill>
                        <a:schemeClr val="bg1"/>
                      </a:solidFill>
                      <a:latin typeface="Arial Black" panose="020B0A04020102020204" pitchFamily="34" charset="0"/>
                    </a:rPr>
                    <a:t>.</a:t>
                  </a:r>
                </a:p>
                <a:p>
                  <a:pPr algn="ctr"/>
                  <a:r>
                    <a:rPr lang="en-US" altLang="ko-KR" dirty="0">
                      <a:solidFill>
                        <a:schemeClr val="bg1"/>
                      </a:solidFill>
                      <a:latin typeface="Arial Black" panose="020B0A04020102020204" pitchFamily="34" charset="0"/>
                    </a:rPr>
                    <a:t>.</a:t>
                  </a:r>
                </a:p>
                <a:p>
                  <a:pPr algn="ctr"/>
                  <a:r>
                    <a:rPr lang="en-US" altLang="ko-KR" dirty="0">
                      <a:solidFill>
                        <a:schemeClr val="bg1"/>
                      </a:solidFill>
                      <a:latin typeface="Arial Black" panose="020B0A04020102020204" pitchFamily="34" charset="0"/>
                    </a:rPr>
                    <a:t>.</a:t>
                  </a:r>
                </a:p>
                <a:p>
                  <a:pPr algn="ctr"/>
                  <a:endParaRPr lang="ko-KR" altLang="en-US" dirty="0">
                    <a:solidFill>
                      <a:schemeClr val="bg1"/>
                    </a:solidFill>
                    <a:latin typeface="Arial Black" panose="020B0A04020102020204" pitchFamily="34" charset="0"/>
                  </a:endParaRPr>
                </a:p>
              </p:txBody>
            </p:sp>
          </p:grpSp>
        </p:grpSp>
      </p:grpSp>
      <p:sp>
        <p:nvSpPr>
          <p:cNvPr id="41" name="말풍선: 모서리가 둥근 사각형 40">
            <a:extLst>
              <a:ext uri="{FF2B5EF4-FFF2-40B4-BE49-F238E27FC236}">
                <a16:creationId xmlns:a16="http://schemas.microsoft.com/office/drawing/2014/main" id="{F35C9C91-57A0-44DA-8EC4-8857C36E274C}"/>
              </a:ext>
            </a:extLst>
          </p:cNvPr>
          <p:cNvSpPr/>
          <p:nvPr/>
        </p:nvSpPr>
        <p:spPr>
          <a:xfrm>
            <a:off x="2730500" y="469900"/>
            <a:ext cx="9105900" cy="6147832"/>
          </a:xfrm>
          <a:prstGeom prst="wedgeRoundRectCallout">
            <a:avLst>
              <a:gd name="adj1" fmla="val -62390"/>
              <a:gd name="adj2" fmla="val -23856"/>
              <a:gd name="adj3" fmla="val 16667"/>
            </a:avLst>
          </a:prstGeom>
          <a:solidFill>
            <a:schemeClr val="bg2">
              <a:lumMod val="75000"/>
              <a:alpha val="16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CCFD2E62-9EA8-427A-9296-EF305070A068}"/>
              </a:ext>
            </a:extLst>
          </p:cNvPr>
          <p:cNvSpPr/>
          <p:nvPr/>
        </p:nvSpPr>
        <p:spPr>
          <a:xfrm>
            <a:off x="3486150" y="931637"/>
            <a:ext cx="2019300" cy="1150363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Arial Black" panose="020B0A04020102020204" pitchFamily="34" charset="0"/>
              </a:rPr>
              <a:t>Task1</a:t>
            </a:r>
            <a:endParaRPr lang="ko-KR" altLang="en-US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88412929-1E2E-4342-B979-4A3F1962F85C}"/>
              </a:ext>
            </a:extLst>
          </p:cNvPr>
          <p:cNvSpPr/>
          <p:nvPr/>
        </p:nvSpPr>
        <p:spPr>
          <a:xfrm>
            <a:off x="3486150" y="2182568"/>
            <a:ext cx="2019300" cy="1150363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Arial Black" panose="020B0A04020102020204" pitchFamily="34" charset="0"/>
              </a:rPr>
              <a:t>Task2</a:t>
            </a:r>
            <a:endParaRPr lang="ko-KR" altLang="en-US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47CA63B8-B16E-419A-B3B7-E1D1E6029348}"/>
              </a:ext>
            </a:extLst>
          </p:cNvPr>
          <p:cNvSpPr/>
          <p:nvPr/>
        </p:nvSpPr>
        <p:spPr>
          <a:xfrm>
            <a:off x="3486150" y="3525070"/>
            <a:ext cx="2019300" cy="1150363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Arial Black" panose="020B0A04020102020204" pitchFamily="34" charset="0"/>
              </a:rPr>
              <a:t>Task3</a:t>
            </a:r>
            <a:endParaRPr lang="ko-KR" altLang="en-US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9ED49F61-ADB7-42C8-A8FE-7671F6970D11}"/>
              </a:ext>
            </a:extLst>
          </p:cNvPr>
          <p:cNvSpPr/>
          <p:nvPr/>
        </p:nvSpPr>
        <p:spPr>
          <a:xfrm>
            <a:off x="3486150" y="4866821"/>
            <a:ext cx="2019300" cy="1150363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Arial Black" panose="020B0A04020102020204" pitchFamily="34" charset="0"/>
              </a:rPr>
              <a:t>Task4</a:t>
            </a:r>
            <a:endParaRPr lang="ko-KR" altLang="en-US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sp>
        <p:nvSpPr>
          <p:cNvPr id="7" name="말풍선: 모서리가 둥근 사각형 6">
            <a:extLst>
              <a:ext uri="{FF2B5EF4-FFF2-40B4-BE49-F238E27FC236}">
                <a16:creationId xmlns:a16="http://schemas.microsoft.com/office/drawing/2014/main" id="{AC9BA5E5-E943-425D-8F09-F7FBC8CCD26F}"/>
              </a:ext>
            </a:extLst>
          </p:cNvPr>
          <p:cNvSpPr/>
          <p:nvPr/>
        </p:nvSpPr>
        <p:spPr>
          <a:xfrm>
            <a:off x="6096000" y="959758"/>
            <a:ext cx="5283200" cy="5456463"/>
          </a:xfrm>
          <a:prstGeom prst="wedgeRoundRectCallout">
            <a:avLst>
              <a:gd name="adj1" fmla="val -58973"/>
              <a:gd name="adj2" fmla="val -42792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003">
            <a:schemeClr val="dk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Assignees:1,2,3,4,5,6,…..</a:t>
            </a:r>
          </a:p>
          <a:p>
            <a:pPr algn="ctr"/>
            <a:r>
              <a:rPr lang="en-US" altLang="ko-KR" dirty="0" err="1"/>
              <a:t>Discription</a:t>
            </a:r>
            <a:r>
              <a:rPr lang="en-US" altLang="ko-KR" dirty="0"/>
              <a:t>:~~~~~~~~~~</a:t>
            </a:r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r>
              <a:rPr lang="en-US" altLang="ko-KR" dirty="0"/>
              <a:t>Tags:~~~~~~~~~~~~</a:t>
            </a:r>
          </a:p>
          <a:p>
            <a:pPr algn="ctr"/>
            <a:r>
              <a:rPr lang="en-US" altLang="ko-KR" dirty="0"/>
              <a:t>Status: ~~~~~</a:t>
            </a:r>
          </a:p>
          <a:p>
            <a:pPr algn="ctr"/>
            <a:r>
              <a:rPr lang="en-US" altLang="ko-KR" dirty="0"/>
              <a:t>Priority:~~~~</a:t>
            </a:r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ko-KR" altLang="en-US" dirty="0"/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456A608A-F1CC-423C-8DA0-B5883965CACF}"/>
              </a:ext>
            </a:extLst>
          </p:cNvPr>
          <p:cNvSpPr/>
          <p:nvPr/>
        </p:nvSpPr>
        <p:spPr>
          <a:xfrm>
            <a:off x="9461500" y="5608320"/>
            <a:ext cx="1472474" cy="408864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/>
              <a:t>⊕</a:t>
            </a:r>
            <a:r>
              <a:rPr lang="en-US" altLang="ko-KR" sz="1600" dirty="0"/>
              <a:t> comment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29548224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13F15FD-E9FD-489A-8332-3F2322069F66}"/>
              </a:ext>
            </a:extLst>
          </p:cNvPr>
          <p:cNvSpPr txBox="1"/>
          <p:nvPr/>
        </p:nvSpPr>
        <p:spPr>
          <a:xfrm>
            <a:off x="4254500" y="0"/>
            <a:ext cx="3683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Arial Black" panose="020B0A04020102020204" pitchFamily="34" charset="0"/>
              </a:rPr>
              <a:t>MAIN PAGE</a:t>
            </a:r>
            <a:endParaRPr lang="ko-KR" altLang="en-US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988539A-18B4-4EE0-84B8-81B40CA98261}"/>
              </a:ext>
            </a:extLst>
          </p:cNvPr>
          <p:cNvSpPr/>
          <p:nvPr/>
        </p:nvSpPr>
        <p:spPr>
          <a:xfrm>
            <a:off x="0" y="0"/>
            <a:ext cx="2362200" cy="6858000"/>
          </a:xfrm>
          <a:prstGeom prst="rect">
            <a:avLst/>
          </a:prstGeom>
          <a:solidFill>
            <a:schemeClr val="bg1">
              <a:lumMod val="85000"/>
              <a:alpha val="42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7F477874-11F8-4F8D-8555-DF51CED02644}"/>
              </a:ext>
            </a:extLst>
          </p:cNvPr>
          <p:cNvSpPr/>
          <p:nvPr/>
        </p:nvSpPr>
        <p:spPr>
          <a:xfrm>
            <a:off x="241300" y="165100"/>
            <a:ext cx="1917700" cy="393700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User Name</a:t>
            </a:r>
            <a:endParaRPr lang="ko-KR" altLang="en-US" dirty="0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0FEB2551-13D3-45D7-B6B9-481DDE38E23F}"/>
              </a:ext>
            </a:extLst>
          </p:cNvPr>
          <p:cNvGrpSpPr/>
          <p:nvPr/>
        </p:nvGrpSpPr>
        <p:grpSpPr>
          <a:xfrm>
            <a:off x="-660400" y="931637"/>
            <a:ext cx="3683000" cy="6059449"/>
            <a:chOff x="2514600" y="600658"/>
            <a:chExt cx="3683000" cy="6059449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D82CC8D-EFB2-48AE-8299-6A665A6AF192}"/>
                </a:ext>
              </a:extLst>
            </p:cNvPr>
            <p:cNvSpPr txBox="1">
              <a:spLocks/>
            </p:cNvSpPr>
            <p:nvPr/>
          </p:nvSpPr>
          <p:spPr>
            <a:xfrm>
              <a:off x="2514600" y="2706446"/>
              <a:ext cx="36830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>
                  <a:solidFill>
                    <a:schemeClr val="bg1"/>
                  </a:solidFill>
                  <a:latin typeface="Arial Black" panose="020B0A04020102020204" pitchFamily="34" charset="0"/>
                </a:rPr>
                <a:t>Project 3</a:t>
              </a:r>
              <a:endParaRPr lang="ko-KR" altLang="en-US" dirty="0">
                <a:solidFill>
                  <a:schemeClr val="bg1"/>
                </a:solidFill>
                <a:latin typeface="Arial Black" panose="020B0A04020102020204" pitchFamily="34" charset="0"/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EBFCEDA1-E503-43F8-A310-4D31DD54A202}"/>
                </a:ext>
              </a:extLst>
            </p:cNvPr>
            <p:cNvSpPr txBox="1">
              <a:spLocks/>
            </p:cNvSpPr>
            <p:nvPr/>
          </p:nvSpPr>
          <p:spPr>
            <a:xfrm>
              <a:off x="2514600" y="3261051"/>
              <a:ext cx="36830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>
                  <a:solidFill>
                    <a:schemeClr val="bg1"/>
                  </a:solidFill>
                  <a:latin typeface="Arial Black" panose="020B0A04020102020204" pitchFamily="34" charset="0"/>
                </a:rPr>
                <a:t>Project 4</a:t>
              </a:r>
              <a:endParaRPr lang="ko-KR" altLang="en-US" dirty="0">
                <a:solidFill>
                  <a:schemeClr val="bg1"/>
                </a:solidFill>
                <a:latin typeface="Arial Black" panose="020B0A04020102020204" pitchFamily="34" charset="0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FAC2F7F-E4AA-4C97-8FE1-3DBDBC10515E}"/>
                </a:ext>
              </a:extLst>
            </p:cNvPr>
            <p:cNvSpPr txBox="1">
              <a:spLocks/>
            </p:cNvSpPr>
            <p:nvPr/>
          </p:nvSpPr>
          <p:spPr>
            <a:xfrm>
              <a:off x="2514600" y="3815656"/>
              <a:ext cx="36830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>
                  <a:solidFill>
                    <a:schemeClr val="bg1"/>
                  </a:solidFill>
                  <a:latin typeface="Arial Black" panose="020B0A04020102020204" pitchFamily="34" charset="0"/>
                </a:rPr>
                <a:t>Project 5</a:t>
              </a:r>
              <a:endParaRPr lang="ko-KR" altLang="en-US" dirty="0">
                <a:solidFill>
                  <a:schemeClr val="bg1"/>
                </a:solidFill>
                <a:latin typeface="Arial Black" panose="020B0A04020102020204" pitchFamily="34" charset="0"/>
              </a:endParaRPr>
            </a:p>
          </p:txBody>
        </p:sp>
        <p:grpSp>
          <p:nvGrpSpPr>
            <p:cNvPr id="2" name="그룹 1">
              <a:extLst>
                <a:ext uri="{FF2B5EF4-FFF2-40B4-BE49-F238E27FC236}">
                  <a16:creationId xmlns:a16="http://schemas.microsoft.com/office/drawing/2014/main" id="{9E567D35-5767-4477-BA75-9A5023B056EA}"/>
                </a:ext>
              </a:extLst>
            </p:cNvPr>
            <p:cNvGrpSpPr/>
            <p:nvPr/>
          </p:nvGrpSpPr>
          <p:grpSpPr>
            <a:xfrm>
              <a:off x="2514600" y="600658"/>
              <a:ext cx="3683000" cy="6059449"/>
              <a:chOff x="2514600" y="690949"/>
              <a:chExt cx="3683000" cy="6059449"/>
            </a:xfrm>
          </p:grpSpPr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61CD440-A658-46E9-9D9D-99E954D0867C}"/>
                  </a:ext>
                </a:extLst>
              </p:cNvPr>
              <p:cNvSpPr txBox="1"/>
              <p:nvPr/>
            </p:nvSpPr>
            <p:spPr>
              <a:xfrm>
                <a:off x="2514600" y="690949"/>
                <a:ext cx="3683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2400" dirty="0">
                    <a:solidFill>
                      <a:schemeClr val="bg1"/>
                    </a:solidFill>
                    <a:latin typeface="Arial Black" panose="020B0A04020102020204" pitchFamily="34" charset="0"/>
                  </a:rPr>
                  <a:t>Projects</a:t>
                </a:r>
                <a:endParaRPr lang="ko-KR" altLang="en-US" sz="2400" dirty="0">
                  <a:solidFill>
                    <a:schemeClr val="bg1"/>
                  </a:solidFill>
                  <a:latin typeface="Arial Black" panose="020B0A04020102020204" pitchFamily="34" charset="0"/>
                </a:endParaRPr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C9F9928-E1EE-4422-8BBC-3C1F861F9D7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514600" y="1702812"/>
                <a:ext cx="36830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dirty="0">
                    <a:solidFill>
                      <a:schemeClr val="bg1"/>
                    </a:solidFill>
                    <a:latin typeface="Arial Black" panose="020B0A04020102020204" pitchFamily="34" charset="0"/>
                  </a:rPr>
                  <a:t>Project 1</a:t>
                </a:r>
                <a:endParaRPr lang="ko-KR" altLang="en-US" dirty="0">
                  <a:solidFill>
                    <a:schemeClr val="bg1"/>
                  </a:solidFill>
                  <a:latin typeface="Arial Black" panose="020B0A04020102020204" pitchFamily="34" charset="0"/>
                </a:endParaRPr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011B4CA-B5CA-44BA-BEE3-54ABFA82D05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514600" y="2293865"/>
                <a:ext cx="36830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dirty="0">
                    <a:solidFill>
                      <a:schemeClr val="bg1"/>
                    </a:solidFill>
                    <a:latin typeface="Arial Black" panose="020B0A04020102020204" pitchFamily="34" charset="0"/>
                  </a:rPr>
                  <a:t>Project 2</a:t>
                </a:r>
                <a:endParaRPr lang="ko-KR" altLang="en-US" dirty="0">
                  <a:solidFill>
                    <a:schemeClr val="bg1"/>
                  </a:solidFill>
                  <a:latin typeface="Arial Black" panose="020B0A04020102020204" pitchFamily="34" charset="0"/>
                </a:endParaRPr>
              </a:p>
            </p:txBody>
          </p:sp>
          <p:grpSp>
            <p:nvGrpSpPr>
              <p:cNvPr id="40" name="그룹 39">
                <a:extLst>
                  <a:ext uri="{FF2B5EF4-FFF2-40B4-BE49-F238E27FC236}">
                    <a16:creationId xmlns:a16="http://schemas.microsoft.com/office/drawing/2014/main" id="{AC3E3FC5-BD78-4CE2-B1F8-815B9BAFE33E}"/>
                  </a:ext>
                </a:extLst>
              </p:cNvPr>
              <p:cNvGrpSpPr/>
              <p:nvPr/>
            </p:nvGrpSpPr>
            <p:grpSpPr>
              <a:xfrm>
                <a:off x="2514600" y="4256801"/>
                <a:ext cx="3683000" cy="2493597"/>
                <a:chOff x="2514600" y="4256801"/>
                <a:chExt cx="3683000" cy="2493597"/>
              </a:xfrm>
            </p:grpSpPr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45C10D49-74D7-4EC9-BA1B-077CAE6CE867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514600" y="4256801"/>
                  <a:ext cx="368300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ko-KR" dirty="0">
                      <a:solidFill>
                        <a:schemeClr val="bg1"/>
                      </a:solidFill>
                      <a:latin typeface="Arial Black" panose="020B0A04020102020204" pitchFamily="34" charset="0"/>
                    </a:rPr>
                    <a:t>Project 6</a:t>
                  </a:r>
                  <a:endParaRPr lang="ko-KR" altLang="en-US" dirty="0">
                    <a:solidFill>
                      <a:schemeClr val="bg1"/>
                    </a:solidFill>
                    <a:latin typeface="Arial Black" panose="020B0A04020102020204" pitchFamily="34" charset="0"/>
                  </a:endParaRPr>
                </a:p>
              </p:txBody>
            </p:sp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01CA543E-3D00-472E-84AC-C7EBD05C55A3}"/>
                    </a:ext>
                  </a:extLst>
                </p:cNvPr>
                <p:cNvSpPr txBox="1"/>
                <p:nvPr/>
              </p:nvSpPr>
              <p:spPr>
                <a:xfrm>
                  <a:off x="2514600" y="4996072"/>
                  <a:ext cx="3683000" cy="175432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ko-KR" dirty="0">
                      <a:solidFill>
                        <a:schemeClr val="bg1"/>
                      </a:solidFill>
                      <a:latin typeface="Arial Black" panose="020B0A04020102020204" pitchFamily="34" charset="0"/>
                    </a:rPr>
                    <a:t>.</a:t>
                  </a:r>
                </a:p>
                <a:p>
                  <a:pPr algn="ctr"/>
                  <a:r>
                    <a:rPr lang="en-US" altLang="ko-KR" dirty="0">
                      <a:solidFill>
                        <a:schemeClr val="bg1"/>
                      </a:solidFill>
                      <a:latin typeface="Arial Black" panose="020B0A04020102020204" pitchFamily="34" charset="0"/>
                    </a:rPr>
                    <a:t>.</a:t>
                  </a:r>
                </a:p>
                <a:p>
                  <a:pPr algn="ctr"/>
                  <a:r>
                    <a:rPr lang="en-US" altLang="ko-KR" dirty="0">
                      <a:solidFill>
                        <a:schemeClr val="bg1"/>
                      </a:solidFill>
                      <a:latin typeface="Arial Black" panose="020B0A04020102020204" pitchFamily="34" charset="0"/>
                    </a:rPr>
                    <a:t>.</a:t>
                  </a:r>
                </a:p>
                <a:p>
                  <a:pPr algn="ctr"/>
                  <a:r>
                    <a:rPr lang="en-US" altLang="ko-KR" dirty="0">
                      <a:solidFill>
                        <a:schemeClr val="bg1"/>
                      </a:solidFill>
                      <a:latin typeface="Arial Black" panose="020B0A04020102020204" pitchFamily="34" charset="0"/>
                    </a:rPr>
                    <a:t>.</a:t>
                  </a:r>
                </a:p>
                <a:p>
                  <a:pPr algn="ctr"/>
                  <a:r>
                    <a:rPr lang="en-US" altLang="ko-KR" dirty="0">
                      <a:solidFill>
                        <a:schemeClr val="bg1"/>
                      </a:solidFill>
                      <a:latin typeface="Arial Black" panose="020B0A04020102020204" pitchFamily="34" charset="0"/>
                    </a:rPr>
                    <a:t>.</a:t>
                  </a:r>
                </a:p>
                <a:p>
                  <a:pPr algn="ctr"/>
                  <a:endParaRPr lang="ko-KR" altLang="en-US" dirty="0">
                    <a:solidFill>
                      <a:schemeClr val="bg1"/>
                    </a:solidFill>
                    <a:latin typeface="Arial Black" panose="020B0A04020102020204" pitchFamily="34" charset="0"/>
                  </a:endParaRPr>
                </a:p>
              </p:txBody>
            </p:sp>
          </p:grpSp>
        </p:grpSp>
      </p:grpSp>
      <p:sp>
        <p:nvSpPr>
          <p:cNvPr id="41" name="말풍선: 모서리가 둥근 사각형 40">
            <a:extLst>
              <a:ext uri="{FF2B5EF4-FFF2-40B4-BE49-F238E27FC236}">
                <a16:creationId xmlns:a16="http://schemas.microsoft.com/office/drawing/2014/main" id="{F35C9C91-57A0-44DA-8EC4-8857C36E274C}"/>
              </a:ext>
            </a:extLst>
          </p:cNvPr>
          <p:cNvSpPr/>
          <p:nvPr/>
        </p:nvSpPr>
        <p:spPr>
          <a:xfrm>
            <a:off x="2730500" y="469900"/>
            <a:ext cx="9105900" cy="6147832"/>
          </a:xfrm>
          <a:prstGeom prst="wedgeRoundRectCallout">
            <a:avLst>
              <a:gd name="adj1" fmla="val -62390"/>
              <a:gd name="adj2" fmla="val -23856"/>
              <a:gd name="adj3" fmla="val 16667"/>
            </a:avLst>
          </a:prstGeom>
          <a:solidFill>
            <a:schemeClr val="bg2">
              <a:lumMod val="75000"/>
              <a:alpha val="16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CCFD2E62-9EA8-427A-9296-EF305070A068}"/>
              </a:ext>
            </a:extLst>
          </p:cNvPr>
          <p:cNvSpPr/>
          <p:nvPr/>
        </p:nvSpPr>
        <p:spPr>
          <a:xfrm>
            <a:off x="3486150" y="931637"/>
            <a:ext cx="2019300" cy="1150363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Arial Black" panose="020B0A04020102020204" pitchFamily="34" charset="0"/>
              </a:rPr>
              <a:t>Task1</a:t>
            </a:r>
            <a:endParaRPr lang="ko-KR" altLang="en-US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88412929-1E2E-4342-B979-4A3F1962F85C}"/>
              </a:ext>
            </a:extLst>
          </p:cNvPr>
          <p:cNvSpPr/>
          <p:nvPr/>
        </p:nvSpPr>
        <p:spPr>
          <a:xfrm>
            <a:off x="3486150" y="2182568"/>
            <a:ext cx="2019300" cy="1150363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Arial Black" panose="020B0A04020102020204" pitchFamily="34" charset="0"/>
              </a:rPr>
              <a:t>Task2</a:t>
            </a:r>
            <a:endParaRPr lang="ko-KR" altLang="en-US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47CA63B8-B16E-419A-B3B7-E1D1E6029348}"/>
              </a:ext>
            </a:extLst>
          </p:cNvPr>
          <p:cNvSpPr/>
          <p:nvPr/>
        </p:nvSpPr>
        <p:spPr>
          <a:xfrm>
            <a:off x="3486150" y="3525070"/>
            <a:ext cx="2019300" cy="1150363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Arial Black" panose="020B0A04020102020204" pitchFamily="34" charset="0"/>
              </a:rPr>
              <a:t>Task3</a:t>
            </a:r>
            <a:endParaRPr lang="ko-KR" altLang="en-US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9ED49F61-ADB7-42C8-A8FE-7671F6970D11}"/>
              </a:ext>
            </a:extLst>
          </p:cNvPr>
          <p:cNvSpPr/>
          <p:nvPr/>
        </p:nvSpPr>
        <p:spPr>
          <a:xfrm>
            <a:off x="3486150" y="4866821"/>
            <a:ext cx="2019300" cy="1150363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Arial Black" panose="020B0A04020102020204" pitchFamily="34" charset="0"/>
              </a:rPr>
              <a:t>Task4</a:t>
            </a:r>
            <a:endParaRPr lang="ko-KR" altLang="en-US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sp>
        <p:nvSpPr>
          <p:cNvPr id="7" name="말풍선: 모서리가 둥근 사각형 6">
            <a:extLst>
              <a:ext uri="{FF2B5EF4-FFF2-40B4-BE49-F238E27FC236}">
                <a16:creationId xmlns:a16="http://schemas.microsoft.com/office/drawing/2014/main" id="{AC9BA5E5-E943-425D-8F09-F7FBC8CCD26F}"/>
              </a:ext>
            </a:extLst>
          </p:cNvPr>
          <p:cNvSpPr/>
          <p:nvPr/>
        </p:nvSpPr>
        <p:spPr>
          <a:xfrm>
            <a:off x="6096000" y="959758"/>
            <a:ext cx="5283200" cy="5456463"/>
          </a:xfrm>
          <a:prstGeom prst="wedgeRoundRectCallout">
            <a:avLst>
              <a:gd name="adj1" fmla="val -58973"/>
              <a:gd name="adj2" fmla="val -42792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003">
            <a:schemeClr val="dk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Assignees:1,2,3,4,5,6,…..</a:t>
            </a:r>
          </a:p>
          <a:p>
            <a:pPr algn="ctr"/>
            <a:r>
              <a:rPr lang="en-US" altLang="ko-KR" dirty="0" err="1"/>
              <a:t>Discription</a:t>
            </a:r>
            <a:r>
              <a:rPr lang="en-US" altLang="ko-KR" dirty="0"/>
              <a:t>:~~~~~~~~~~</a:t>
            </a:r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r>
              <a:rPr lang="en-US" altLang="ko-KR" dirty="0"/>
              <a:t>Tags:~~~~~~~~~~~~</a:t>
            </a:r>
          </a:p>
          <a:p>
            <a:pPr algn="ctr"/>
            <a:r>
              <a:rPr lang="en-US" altLang="ko-KR" dirty="0"/>
              <a:t>Status: ~~~~~</a:t>
            </a:r>
          </a:p>
          <a:p>
            <a:pPr algn="ctr"/>
            <a:r>
              <a:rPr lang="en-US" altLang="ko-KR" dirty="0"/>
              <a:t>Priority:~~~~</a:t>
            </a:r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ko-KR" altLang="en-US" dirty="0"/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DC18787E-6C40-43F5-A29F-E1196B49C79E}"/>
              </a:ext>
            </a:extLst>
          </p:cNvPr>
          <p:cNvSpPr/>
          <p:nvPr/>
        </p:nvSpPr>
        <p:spPr>
          <a:xfrm>
            <a:off x="6540137" y="3726693"/>
            <a:ext cx="4450080" cy="2290491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36C28224-7828-409F-9ADB-CDA39308EBA3}"/>
              </a:ext>
            </a:extLst>
          </p:cNvPr>
          <p:cNvSpPr/>
          <p:nvPr/>
        </p:nvSpPr>
        <p:spPr>
          <a:xfrm>
            <a:off x="6636476" y="4417331"/>
            <a:ext cx="4254500" cy="322216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Comment </a:t>
            </a:r>
            <a:r>
              <a:rPr lang="ko-KR" altLang="en-US" sz="1400" dirty="0"/>
              <a:t>내용</a:t>
            </a:r>
            <a:r>
              <a:rPr lang="en-US" altLang="ko-KR" sz="1400" dirty="0"/>
              <a:t>Comment </a:t>
            </a:r>
            <a:r>
              <a:rPr lang="ko-KR" altLang="en-US" sz="1400" dirty="0"/>
              <a:t>내용</a:t>
            </a:r>
            <a:r>
              <a:rPr lang="en-US" altLang="ko-KR" sz="1400" dirty="0"/>
              <a:t>Comment </a:t>
            </a:r>
            <a:r>
              <a:rPr lang="ko-KR" altLang="en-US" sz="1400" dirty="0"/>
              <a:t>내용</a:t>
            </a:r>
            <a:r>
              <a:rPr lang="en-US" altLang="ko-KR" sz="1400" dirty="0"/>
              <a:t>…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AD20CDC7-36D3-4CB0-9138-589640C78D58}"/>
              </a:ext>
            </a:extLst>
          </p:cNvPr>
          <p:cNvSpPr/>
          <p:nvPr/>
        </p:nvSpPr>
        <p:spPr>
          <a:xfrm>
            <a:off x="6636476" y="4840115"/>
            <a:ext cx="4254500" cy="322216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Comment </a:t>
            </a:r>
            <a:r>
              <a:rPr lang="ko-KR" altLang="en-US" sz="1400" dirty="0"/>
              <a:t>내용</a:t>
            </a:r>
            <a:r>
              <a:rPr lang="en-US" altLang="ko-KR" sz="1400" dirty="0"/>
              <a:t>Comment </a:t>
            </a:r>
            <a:r>
              <a:rPr lang="ko-KR" altLang="en-US" sz="1400" dirty="0"/>
              <a:t>내용</a:t>
            </a:r>
            <a:r>
              <a:rPr lang="en-US" altLang="ko-KR" sz="1400" dirty="0"/>
              <a:t>Comment </a:t>
            </a:r>
            <a:r>
              <a:rPr lang="ko-KR" altLang="en-US" sz="1400" dirty="0"/>
              <a:t>내용</a:t>
            </a:r>
            <a:r>
              <a:rPr lang="en-US" altLang="ko-KR" sz="1400" dirty="0"/>
              <a:t>…</a:t>
            </a:r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511A2660-2B31-42DB-8923-333714E1469A}"/>
              </a:ext>
            </a:extLst>
          </p:cNvPr>
          <p:cNvSpPr/>
          <p:nvPr/>
        </p:nvSpPr>
        <p:spPr>
          <a:xfrm>
            <a:off x="6636476" y="5288230"/>
            <a:ext cx="4254500" cy="322216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Comment </a:t>
            </a:r>
            <a:r>
              <a:rPr lang="ko-KR" altLang="en-US" sz="1400" dirty="0"/>
              <a:t>내용</a:t>
            </a:r>
            <a:r>
              <a:rPr lang="en-US" altLang="ko-KR" sz="1400" dirty="0"/>
              <a:t>Comment </a:t>
            </a:r>
            <a:r>
              <a:rPr lang="ko-KR" altLang="en-US" sz="1400" dirty="0"/>
              <a:t>내용</a:t>
            </a:r>
            <a:r>
              <a:rPr lang="en-US" altLang="ko-KR" sz="1400" dirty="0"/>
              <a:t>Comment </a:t>
            </a:r>
            <a:r>
              <a:rPr lang="ko-KR" altLang="en-US" sz="1400" dirty="0"/>
              <a:t>내용</a:t>
            </a:r>
            <a:r>
              <a:rPr lang="en-US" altLang="ko-KR" sz="1400" dirty="0"/>
              <a:t>…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C8BD3B7-1563-4396-AC66-98EB269102EB}"/>
              </a:ext>
            </a:extLst>
          </p:cNvPr>
          <p:cNvSpPr txBox="1"/>
          <p:nvPr/>
        </p:nvSpPr>
        <p:spPr>
          <a:xfrm>
            <a:off x="10441577" y="3776696"/>
            <a:ext cx="3396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▼</a:t>
            </a:r>
          </a:p>
        </p:txBody>
      </p:sp>
      <p:sp>
        <p:nvSpPr>
          <p:cNvPr id="29" name="말풍선: 모서리가 둥근 사각형 28">
            <a:extLst>
              <a:ext uri="{FF2B5EF4-FFF2-40B4-BE49-F238E27FC236}">
                <a16:creationId xmlns:a16="http://schemas.microsoft.com/office/drawing/2014/main" id="{7419DBE4-1AAB-48D2-88CA-4DBDDFB2AE25}"/>
              </a:ext>
            </a:extLst>
          </p:cNvPr>
          <p:cNvSpPr/>
          <p:nvPr/>
        </p:nvSpPr>
        <p:spPr>
          <a:xfrm>
            <a:off x="10128069" y="3412819"/>
            <a:ext cx="1131751" cy="185148"/>
          </a:xfrm>
          <a:prstGeom prst="wedgeRoundRectCallout">
            <a:avLst>
              <a:gd name="adj1" fmla="val -6201"/>
              <a:gd name="adj2" fmla="val 165630"/>
              <a:gd name="adj3" fmla="val 16667"/>
            </a:avLst>
          </a:prstGeom>
          <a:solidFill>
            <a:schemeClr val="bg2">
              <a:lumMod val="75000"/>
              <a:alpha val="16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/>
              <a:t>정렬 버튼</a:t>
            </a:r>
          </a:p>
        </p:txBody>
      </p:sp>
    </p:spTree>
    <p:extLst>
      <p:ext uri="{BB962C8B-B14F-4D97-AF65-F5344CB8AC3E}">
        <p14:creationId xmlns:p14="http://schemas.microsoft.com/office/powerpoint/2010/main" val="16697382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F9FCD496-E682-4863-8FFE-CD00C37B0B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FD4AA0FC-ADE6-4004-A425-0340CF01FA68}"/>
              </a:ext>
            </a:extLst>
          </p:cNvPr>
          <p:cNvSpPr/>
          <p:nvPr/>
        </p:nvSpPr>
        <p:spPr>
          <a:xfrm>
            <a:off x="2878372" y="6281530"/>
            <a:ext cx="6647291" cy="413468"/>
          </a:xfrm>
          <a:prstGeom prst="roundRect">
            <a:avLst/>
          </a:prstGeom>
          <a:solidFill>
            <a:schemeClr val="tx1">
              <a:lumMod val="85000"/>
              <a:lumOff val="15000"/>
              <a:alpha val="16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0D1C33D6-0E04-4FF9-AB71-8E5D81C4B4B5}"/>
              </a:ext>
            </a:extLst>
          </p:cNvPr>
          <p:cNvSpPr/>
          <p:nvPr/>
        </p:nvSpPr>
        <p:spPr>
          <a:xfrm>
            <a:off x="8783540" y="6337189"/>
            <a:ext cx="630803" cy="286248"/>
          </a:xfrm>
          <a:prstGeom prst="roundRect">
            <a:avLst/>
          </a:prstGeom>
          <a:solidFill>
            <a:schemeClr val="tx1">
              <a:lumMod val="85000"/>
              <a:lumOff val="15000"/>
              <a:alpha val="16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/>
              <a:t>댓글 추가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8AB8E9F2-0FC8-4171-91A5-AE67F549F370}"/>
              </a:ext>
            </a:extLst>
          </p:cNvPr>
          <p:cNvSpPr/>
          <p:nvPr/>
        </p:nvSpPr>
        <p:spPr>
          <a:xfrm>
            <a:off x="2537791" y="3172571"/>
            <a:ext cx="7116417" cy="1041620"/>
          </a:xfrm>
          <a:prstGeom prst="roundRect">
            <a:avLst/>
          </a:prstGeom>
          <a:solidFill>
            <a:schemeClr val="tx1">
              <a:lumMod val="85000"/>
              <a:lumOff val="15000"/>
              <a:alpha val="16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dirty="0"/>
              <a:t>댓글 작성</a:t>
            </a:r>
            <a:endParaRPr lang="en-US" altLang="ko-KR" sz="1400" dirty="0"/>
          </a:p>
          <a:p>
            <a:endParaRPr lang="en-US" altLang="ko-KR" sz="1400" dirty="0"/>
          </a:p>
          <a:p>
            <a:endParaRPr lang="ko-KR" altLang="en-US" sz="1400" dirty="0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73271B20-EFBE-4AB0-9F54-9E02CA656361}"/>
              </a:ext>
            </a:extLst>
          </p:cNvPr>
          <p:cNvSpPr/>
          <p:nvPr/>
        </p:nvSpPr>
        <p:spPr>
          <a:xfrm>
            <a:off x="8953169" y="3912042"/>
            <a:ext cx="572494" cy="230588"/>
          </a:xfrm>
          <a:prstGeom prst="roundRect">
            <a:avLst/>
          </a:prstGeom>
          <a:solidFill>
            <a:schemeClr val="tx1">
              <a:lumMod val="85000"/>
              <a:lumOff val="15000"/>
              <a:alpha val="16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삭제</a:t>
            </a:r>
            <a:endParaRPr lang="ko-KR" altLang="en-US" dirty="0"/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CBE2B72F-32BC-4203-98B0-03AB4C08A901}"/>
              </a:ext>
            </a:extLst>
          </p:cNvPr>
          <p:cNvSpPr/>
          <p:nvPr/>
        </p:nvSpPr>
        <p:spPr>
          <a:xfrm>
            <a:off x="8252130" y="3912042"/>
            <a:ext cx="572494" cy="230588"/>
          </a:xfrm>
          <a:prstGeom prst="roundRect">
            <a:avLst/>
          </a:prstGeom>
          <a:solidFill>
            <a:schemeClr val="tx1">
              <a:lumMod val="85000"/>
              <a:lumOff val="15000"/>
              <a:alpha val="16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수정</a:t>
            </a:r>
            <a:endParaRPr lang="ko-KR" altLang="en-US" sz="1600" dirty="0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BDF280A8-2CDD-4F4E-B71D-11424242EA63}"/>
              </a:ext>
            </a:extLst>
          </p:cNvPr>
          <p:cNvSpPr/>
          <p:nvPr/>
        </p:nvSpPr>
        <p:spPr>
          <a:xfrm>
            <a:off x="2537791" y="4269850"/>
            <a:ext cx="7116417" cy="1041620"/>
          </a:xfrm>
          <a:prstGeom prst="roundRect">
            <a:avLst/>
          </a:prstGeom>
          <a:solidFill>
            <a:schemeClr val="tx1">
              <a:lumMod val="85000"/>
              <a:lumOff val="15000"/>
              <a:alpha val="16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dirty="0"/>
              <a:t>댓글 작성</a:t>
            </a:r>
            <a:endParaRPr lang="en-US" altLang="ko-KR" sz="1400" dirty="0"/>
          </a:p>
          <a:p>
            <a:endParaRPr lang="en-US" altLang="ko-KR" sz="1400" dirty="0"/>
          </a:p>
          <a:p>
            <a:endParaRPr lang="ko-KR" altLang="en-US" sz="1400" dirty="0"/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FA3BACD0-99DD-45F8-A33A-07DD72B5B9E6}"/>
              </a:ext>
            </a:extLst>
          </p:cNvPr>
          <p:cNvSpPr/>
          <p:nvPr/>
        </p:nvSpPr>
        <p:spPr>
          <a:xfrm>
            <a:off x="8953169" y="5009321"/>
            <a:ext cx="572494" cy="230588"/>
          </a:xfrm>
          <a:prstGeom prst="roundRect">
            <a:avLst/>
          </a:prstGeom>
          <a:solidFill>
            <a:schemeClr val="tx1">
              <a:lumMod val="85000"/>
              <a:lumOff val="15000"/>
              <a:alpha val="16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삭제</a:t>
            </a:r>
            <a:endParaRPr lang="ko-KR" altLang="en-US" dirty="0"/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D5849E54-4252-452C-959E-F03289BA5EAB}"/>
              </a:ext>
            </a:extLst>
          </p:cNvPr>
          <p:cNvSpPr/>
          <p:nvPr/>
        </p:nvSpPr>
        <p:spPr>
          <a:xfrm>
            <a:off x="8252130" y="5009321"/>
            <a:ext cx="572494" cy="230588"/>
          </a:xfrm>
          <a:prstGeom prst="roundRect">
            <a:avLst/>
          </a:prstGeom>
          <a:solidFill>
            <a:schemeClr val="tx1">
              <a:lumMod val="85000"/>
              <a:lumOff val="15000"/>
              <a:alpha val="16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수정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31159601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13F15FD-E9FD-489A-8332-3F2322069F66}"/>
              </a:ext>
            </a:extLst>
          </p:cNvPr>
          <p:cNvSpPr txBox="1"/>
          <p:nvPr/>
        </p:nvSpPr>
        <p:spPr>
          <a:xfrm>
            <a:off x="4254500" y="0"/>
            <a:ext cx="3683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Arial Black" panose="020B0A04020102020204" pitchFamily="34" charset="0"/>
              </a:rPr>
              <a:t>MAIN PAGE</a:t>
            </a:r>
            <a:endParaRPr lang="ko-KR" altLang="en-US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988539A-18B4-4EE0-84B8-81B40CA98261}"/>
              </a:ext>
            </a:extLst>
          </p:cNvPr>
          <p:cNvSpPr/>
          <p:nvPr/>
        </p:nvSpPr>
        <p:spPr>
          <a:xfrm>
            <a:off x="0" y="0"/>
            <a:ext cx="2362200" cy="6858000"/>
          </a:xfrm>
          <a:prstGeom prst="rect">
            <a:avLst/>
          </a:prstGeom>
          <a:solidFill>
            <a:schemeClr val="bg1">
              <a:lumMod val="85000"/>
              <a:alpha val="42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7F477874-11F8-4F8D-8555-DF51CED02644}"/>
              </a:ext>
            </a:extLst>
          </p:cNvPr>
          <p:cNvSpPr/>
          <p:nvPr/>
        </p:nvSpPr>
        <p:spPr>
          <a:xfrm>
            <a:off x="241300" y="165100"/>
            <a:ext cx="1917700" cy="393700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User Name</a:t>
            </a:r>
            <a:endParaRPr lang="ko-KR" altLang="en-US" dirty="0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0FEB2551-13D3-45D7-B6B9-481DDE38E23F}"/>
              </a:ext>
            </a:extLst>
          </p:cNvPr>
          <p:cNvGrpSpPr/>
          <p:nvPr/>
        </p:nvGrpSpPr>
        <p:grpSpPr>
          <a:xfrm>
            <a:off x="-660400" y="931637"/>
            <a:ext cx="3683000" cy="6059449"/>
            <a:chOff x="2514600" y="600658"/>
            <a:chExt cx="3683000" cy="6059449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D82CC8D-EFB2-48AE-8299-6A665A6AF192}"/>
                </a:ext>
              </a:extLst>
            </p:cNvPr>
            <p:cNvSpPr txBox="1">
              <a:spLocks/>
            </p:cNvSpPr>
            <p:nvPr/>
          </p:nvSpPr>
          <p:spPr>
            <a:xfrm>
              <a:off x="2514600" y="2706446"/>
              <a:ext cx="36830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>
                  <a:solidFill>
                    <a:schemeClr val="bg1"/>
                  </a:solidFill>
                  <a:latin typeface="Arial Black" panose="020B0A04020102020204" pitchFamily="34" charset="0"/>
                </a:rPr>
                <a:t>Project 3</a:t>
              </a:r>
              <a:endParaRPr lang="ko-KR" altLang="en-US" dirty="0">
                <a:solidFill>
                  <a:schemeClr val="bg1"/>
                </a:solidFill>
                <a:latin typeface="Arial Black" panose="020B0A04020102020204" pitchFamily="34" charset="0"/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EBFCEDA1-E503-43F8-A310-4D31DD54A202}"/>
                </a:ext>
              </a:extLst>
            </p:cNvPr>
            <p:cNvSpPr txBox="1">
              <a:spLocks/>
            </p:cNvSpPr>
            <p:nvPr/>
          </p:nvSpPr>
          <p:spPr>
            <a:xfrm>
              <a:off x="2514600" y="3261051"/>
              <a:ext cx="36830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>
                  <a:solidFill>
                    <a:schemeClr val="bg1"/>
                  </a:solidFill>
                  <a:latin typeface="Arial Black" panose="020B0A04020102020204" pitchFamily="34" charset="0"/>
                </a:rPr>
                <a:t>Project 4</a:t>
              </a:r>
              <a:endParaRPr lang="ko-KR" altLang="en-US" dirty="0">
                <a:solidFill>
                  <a:schemeClr val="bg1"/>
                </a:solidFill>
                <a:latin typeface="Arial Black" panose="020B0A04020102020204" pitchFamily="34" charset="0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FAC2F7F-E4AA-4C97-8FE1-3DBDBC10515E}"/>
                </a:ext>
              </a:extLst>
            </p:cNvPr>
            <p:cNvSpPr txBox="1">
              <a:spLocks/>
            </p:cNvSpPr>
            <p:nvPr/>
          </p:nvSpPr>
          <p:spPr>
            <a:xfrm>
              <a:off x="2514600" y="3815656"/>
              <a:ext cx="36830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>
                  <a:solidFill>
                    <a:schemeClr val="bg1"/>
                  </a:solidFill>
                  <a:latin typeface="Arial Black" panose="020B0A04020102020204" pitchFamily="34" charset="0"/>
                </a:rPr>
                <a:t>Project 5</a:t>
              </a:r>
              <a:endParaRPr lang="ko-KR" altLang="en-US" dirty="0">
                <a:solidFill>
                  <a:schemeClr val="bg1"/>
                </a:solidFill>
                <a:latin typeface="Arial Black" panose="020B0A04020102020204" pitchFamily="34" charset="0"/>
              </a:endParaRPr>
            </a:p>
          </p:txBody>
        </p:sp>
        <p:grpSp>
          <p:nvGrpSpPr>
            <p:cNvPr id="2" name="그룹 1">
              <a:extLst>
                <a:ext uri="{FF2B5EF4-FFF2-40B4-BE49-F238E27FC236}">
                  <a16:creationId xmlns:a16="http://schemas.microsoft.com/office/drawing/2014/main" id="{9E567D35-5767-4477-BA75-9A5023B056EA}"/>
                </a:ext>
              </a:extLst>
            </p:cNvPr>
            <p:cNvGrpSpPr/>
            <p:nvPr/>
          </p:nvGrpSpPr>
          <p:grpSpPr>
            <a:xfrm>
              <a:off x="2514600" y="600658"/>
              <a:ext cx="3683000" cy="6059449"/>
              <a:chOff x="2514600" y="690949"/>
              <a:chExt cx="3683000" cy="6059449"/>
            </a:xfrm>
          </p:grpSpPr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61CD440-A658-46E9-9D9D-99E954D0867C}"/>
                  </a:ext>
                </a:extLst>
              </p:cNvPr>
              <p:cNvSpPr txBox="1"/>
              <p:nvPr/>
            </p:nvSpPr>
            <p:spPr>
              <a:xfrm>
                <a:off x="2514600" y="690949"/>
                <a:ext cx="3683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2400" dirty="0">
                    <a:solidFill>
                      <a:schemeClr val="bg1"/>
                    </a:solidFill>
                    <a:latin typeface="Arial Black" panose="020B0A04020102020204" pitchFamily="34" charset="0"/>
                  </a:rPr>
                  <a:t>Projects</a:t>
                </a:r>
                <a:endParaRPr lang="ko-KR" altLang="en-US" sz="2400" dirty="0">
                  <a:solidFill>
                    <a:schemeClr val="bg1"/>
                  </a:solidFill>
                  <a:latin typeface="Arial Black" panose="020B0A04020102020204" pitchFamily="34" charset="0"/>
                </a:endParaRPr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C9F9928-E1EE-4422-8BBC-3C1F861F9D7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514600" y="1702812"/>
                <a:ext cx="36830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dirty="0">
                    <a:solidFill>
                      <a:schemeClr val="bg1"/>
                    </a:solidFill>
                    <a:latin typeface="Arial Black" panose="020B0A04020102020204" pitchFamily="34" charset="0"/>
                  </a:rPr>
                  <a:t>Project 1</a:t>
                </a:r>
                <a:endParaRPr lang="ko-KR" altLang="en-US" dirty="0">
                  <a:solidFill>
                    <a:schemeClr val="bg1"/>
                  </a:solidFill>
                  <a:latin typeface="Arial Black" panose="020B0A04020102020204" pitchFamily="34" charset="0"/>
                </a:endParaRPr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011B4CA-B5CA-44BA-BEE3-54ABFA82D05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514600" y="2293865"/>
                <a:ext cx="36830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dirty="0">
                    <a:solidFill>
                      <a:schemeClr val="bg1"/>
                    </a:solidFill>
                    <a:latin typeface="Arial Black" panose="020B0A04020102020204" pitchFamily="34" charset="0"/>
                  </a:rPr>
                  <a:t>Project 2</a:t>
                </a:r>
                <a:endParaRPr lang="ko-KR" altLang="en-US" dirty="0">
                  <a:solidFill>
                    <a:schemeClr val="bg1"/>
                  </a:solidFill>
                  <a:latin typeface="Arial Black" panose="020B0A04020102020204" pitchFamily="34" charset="0"/>
                </a:endParaRPr>
              </a:p>
            </p:txBody>
          </p:sp>
          <p:grpSp>
            <p:nvGrpSpPr>
              <p:cNvPr id="40" name="그룹 39">
                <a:extLst>
                  <a:ext uri="{FF2B5EF4-FFF2-40B4-BE49-F238E27FC236}">
                    <a16:creationId xmlns:a16="http://schemas.microsoft.com/office/drawing/2014/main" id="{AC3E3FC5-BD78-4CE2-B1F8-815B9BAFE33E}"/>
                  </a:ext>
                </a:extLst>
              </p:cNvPr>
              <p:cNvGrpSpPr/>
              <p:nvPr/>
            </p:nvGrpSpPr>
            <p:grpSpPr>
              <a:xfrm>
                <a:off x="2514600" y="4256801"/>
                <a:ext cx="3683000" cy="2493597"/>
                <a:chOff x="2514600" y="4256801"/>
                <a:chExt cx="3683000" cy="2493597"/>
              </a:xfrm>
            </p:grpSpPr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45C10D49-74D7-4EC9-BA1B-077CAE6CE867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514600" y="4256801"/>
                  <a:ext cx="368300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ko-KR" dirty="0">
                      <a:solidFill>
                        <a:schemeClr val="bg1"/>
                      </a:solidFill>
                      <a:latin typeface="Arial Black" panose="020B0A04020102020204" pitchFamily="34" charset="0"/>
                    </a:rPr>
                    <a:t>Project 6</a:t>
                  </a:r>
                  <a:endParaRPr lang="ko-KR" altLang="en-US" dirty="0">
                    <a:solidFill>
                      <a:schemeClr val="bg1"/>
                    </a:solidFill>
                    <a:latin typeface="Arial Black" panose="020B0A04020102020204" pitchFamily="34" charset="0"/>
                  </a:endParaRPr>
                </a:p>
              </p:txBody>
            </p:sp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01CA543E-3D00-472E-84AC-C7EBD05C55A3}"/>
                    </a:ext>
                  </a:extLst>
                </p:cNvPr>
                <p:cNvSpPr txBox="1"/>
                <p:nvPr/>
              </p:nvSpPr>
              <p:spPr>
                <a:xfrm>
                  <a:off x="2514600" y="4996072"/>
                  <a:ext cx="3683000" cy="175432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ko-KR" dirty="0">
                      <a:solidFill>
                        <a:schemeClr val="bg1"/>
                      </a:solidFill>
                      <a:latin typeface="Arial Black" panose="020B0A04020102020204" pitchFamily="34" charset="0"/>
                    </a:rPr>
                    <a:t>.</a:t>
                  </a:r>
                </a:p>
                <a:p>
                  <a:pPr algn="ctr"/>
                  <a:r>
                    <a:rPr lang="en-US" altLang="ko-KR" dirty="0">
                      <a:solidFill>
                        <a:schemeClr val="bg1"/>
                      </a:solidFill>
                      <a:latin typeface="Arial Black" panose="020B0A04020102020204" pitchFamily="34" charset="0"/>
                    </a:rPr>
                    <a:t>.</a:t>
                  </a:r>
                </a:p>
                <a:p>
                  <a:pPr algn="ctr"/>
                  <a:r>
                    <a:rPr lang="en-US" altLang="ko-KR" dirty="0">
                      <a:solidFill>
                        <a:schemeClr val="bg1"/>
                      </a:solidFill>
                      <a:latin typeface="Arial Black" panose="020B0A04020102020204" pitchFamily="34" charset="0"/>
                    </a:rPr>
                    <a:t>.</a:t>
                  </a:r>
                </a:p>
                <a:p>
                  <a:pPr algn="ctr"/>
                  <a:r>
                    <a:rPr lang="en-US" altLang="ko-KR" dirty="0">
                      <a:solidFill>
                        <a:schemeClr val="bg1"/>
                      </a:solidFill>
                      <a:latin typeface="Arial Black" panose="020B0A04020102020204" pitchFamily="34" charset="0"/>
                    </a:rPr>
                    <a:t>.</a:t>
                  </a:r>
                </a:p>
                <a:p>
                  <a:pPr algn="ctr"/>
                  <a:r>
                    <a:rPr lang="en-US" altLang="ko-KR" dirty="0">
                      <a:solidFill>
                        <a:schemeClr val="bg1"/>
                      </a:solidFill>
                      <a:latin typeface="Arial Black" panose="020B0A04020102020204" pitchFamily="34" charset="0"/>
                    </a:rPr>
                    <a:t>.</a:t>
                  </a:r>
                </a:p>
                <a:p>
                  <a:pPr algn="ctr"/>
                  <a:endParaRPr lang="ko-KR" altLang="en-US" dirty="0">
                    <a:solidFill>
                      <a:schemeClr val="bg1"/>
                    </a:solidFill>
                    <a:latin typeface="Arial Black" panose="020B0A04020102020204" pitchFamily="34" charset="0"/>
                  </a:endParaRPr>
                </a:p>
              </p:txBody>
            </p:sp>
          </p:grpSp>
        </p:grpSp>
      </p:grpSp>
      <p:sp>
        <p:nvSpPr>
          <p:cNvPr id="41" name="말풍선: 모서리가 둥근 사각형 40">
            <a:extLst>
              <a:ext uri="{FF2B5EF4-FFF2-40B4-BE49-F238E27FC236}">
                <a16:creationId xmlns:a16="http://schemas.microsoft.com/office/drawing/2014/main" id="{F35C9C91-57A0-44DA-8EC4-8857C36E274C}"/>
              </a:ext>
            </a:extLst>
          </p:cNvPr>
          <p:cNvSpPr/>
          <p:nvPr/>
        </p:nvSpPr>
        <p:spPr>
          <a:xfrm>
            <a:off x="2730500" y="469900"/>
            <a:ext cx="9105900" cy="6147832"/>
          </a:xfrm>
          <a:prstGeom prst="wedgeRoundRectCallout">
            <a:avLst>
              <a:gd name="adj1" fmla="val -62390"/>
              <a:gd name="adj2" fmla="val -23856"/>
              <a:gd name="adj3" fmla="val 16667"/>
            </a:avLst>
          </a:prstGeom>
          <a:solidFill>
            <a:schemeClr val="bg2">
              <a:lumMod val="75000"/>
              <a:alpha val="16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CCFD2E62-9EA8-427A-9296-EF305070A068}"/>
              </a:ext>
            </a:extLst>
          </p:cNvPr>
          <p:cNvSpPr/>
          <p:nvPr/>
        </p:nvSpPr>
        <p:spPr>
          <a:xfrm>
            <a:off x="3486150" y="931637"/>
            <a:ext cx="2019300" cy="1150363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Arial Black" panose="020B0A04020102020204" pitchFamily="34" charset="0"/>
              </a:rPr>
              <a:t>Task1</a:t>
            </a:r>
            <a:endParaRPr lang="ko-KR" altLang="en-US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88412929-1E2E-4342-B979-4A3F1962F85C}"/>
              </a:ext>
            </a:extLst>
          </p:cNvPr>
          <p:cNvSpPr/>
          <p:nvPr/>
        </p:nvSpPr>
        <p:spPr>
          <a:xfrm>
            <a:off x="3486150" y="2182568"/>
            <a:ext cx="2019300" cy="1150363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Arial Black" panose="020B0A04020102020204" pitchFamily="34" charset="0"/>
              </a:rPr>
              <a:t>Task2</a:t>
            </a:r>
            <a:endParaRPr lang="ko-KR" altLang="en-US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47CA63B8-B16E-419A-B3B7-E1D1E6029348}"/>
              </a:ext>
            </a:extLst>
          </p:cNvPr>
          <p:cNvSpPr/>
          <p:nvPr/>
        </p:nvSpPr>
        <p:spPr>
          <a:xfrm>
            <a:off x="3486150" y="3525070"/>
            <a:ext cx="2019300" cy="1150363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Arial Black" panose="020B0A04020102020204" pitchFamily="34" charset="0"/>
              </a:rPr>
              <a:t>Task3</a:t>
            </a:r>
            <a:endParaRPr lang="ko-KR" altLang="en-US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9ED49F61-ADB7-42C8-A8FE-7671F6970D11}"/>
              </a:ext>
            </a:extLst>
          </p:cNvPr>
          <p:cNvSpPr/>
          <p:nvPr/>
        </p:nvSpPr>
        <p:spPr>
          <a:xfrm>
            <a:off x="3486150" y="4866821"/>
            <a:ext cx="2019300" cy="1150363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Arial Black" panose="020B0A04020102020204" pitchFamily="34" charset="0"/>
              </a:rPr>
              <a:t>Task4</a:t>
            </a:r>
            <a:endParaRPr lang="ko-KR" altLang="en-US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sp>
        <p:nvSpPr>
          <p:cNvPr id="7" name="말풍선: 모서리가 둥근 사각형 6">
            <a:extLst>
              <a:ext uri="{FF2B5EF4-FFF2-40B4-BE49-F238E27FC236}">
                <a16:creationId xmlns:a16="http://schemas.microsoft.com/office/drawing/2014/main" id="{AC9BA5E5-E943-425D-8F09-F7FBC8CCD26F}"/>
              </a:ext>
            </a:extLst>
          </p:cNvPr>
          <p:cNvSpPr/>
          <p:nvPr/>
        </p:nvSpPr>
        <p:spPr>
          <a:xfrm>
            <a:off x="6096000" y="959758"/>
            <a:ext cx="5283200" cy="5456463"/>
          </a:xfrm>
          <a:prstGeom prst="wedgeRoundRectCallout">
            <a:avLst>
              <a:gd name="adj1" fmla="val -58973"/>
              <a:gd name="adj2" fmla="val -42792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003">
            <a:schemeClr val="dk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Assignees:1,2,3,4,5,6,…..</a:t>
            </a:r>
          </a:p>
          <a:p>
            <a:pPr algn="ctr"/>
            <a:r>
              <a:rPr lang="en-US" altLang="ko-KR" dirty="0" err="1"/>
              <a:t>Discription</a:t>
            </a:r>
            <a:r>
              <a:rPr lang="en-US" altLang="ko-KR" dirty="0"/>
              <a:t>:~~~~~~~~~~</a:t>
            </a:r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r>
              <a:rPr lang="en-US" altLang="ko-KR" dirty="0"/>
              <a:t>Tags:~~~~~~~~~~~~</a:t>
            </a:r>
          </a:p>
          <a:p>
            <a:pPr algn="ctr"/>
            <a:r>
              <a:rPr lang="en-US" altLang="ko-KR" dirty="0"/>
              <a:t>Status: ~~~~~</a:t>
            </a:r>
          </a:p>
          <a:p>
            <a:pPr algn="ctr"/>
            <a:r>
              <a:rPr lang="en-US" altLang="ko-KR" dirty="0"/>
              <a:t>Priority:~~~~</a:t>
            </a:r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ko-KR" altLang="en-US" dirty="0"/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456A608A-F1CC-423C-8DA0-B5883965CACF}"/>
              </a:ext>
            </a:extLst>
          </p:cNvPr>
          <p:cNvSpPr/>
          <p:nvPr/>
        </p:nvSpPr>
        <p:spPr>
          <a:xfrm>
            <a:off x="6705600" y="4284617"/>
            <a:ext cx="4254500" cy="1732567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Comment </a:t>
            </a:r>
            <a:r>
              <a:rPr lang="ko-KR" altLang="en-US" dirty="0"/>
              <a:t>내용 추가</a:t>
            </a:r>
            <a:endParaRPr lang="en-US" altLang="ko-KR" dirty="0"/>
          </a:p>
          <a:p>
            <a:pPr algn="ctr"/>
            <a:endParaRPr lang="ko-KR" altLang="en-US" dirty="0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FDCD45BC-9AFC-4072-84A4-4DDF7E2C4CA8}"/>
              </a:ext>
            </a:extLst>
          </p:cNvPr>
          <p:cNvSpPr/>
          <p:nvPr/>
        </p:nvSpPr>
        <p:spPr>
          <a:xfrm>
            <a:off x="9175024" y="5651863"/>
            <a:ext cx="722812" cy="246379"/>
          </a:xfrm>
          <a:prstGeom prst="roundRect">
            <a:avLst/>
          </a:prstGeom>
          <a:solidFill>
            <a:srgbClr val="383838"/>
          </a:solidFill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확인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D386B7C7-1D76-4DBF-917D-BB2393DED242}"/>
              </a:ext>
            </a:extLst>
          </p:cNvPr>
          <p:cNvSpPr/>
          <p:nvPr/>
        </p:nvSpPr>
        <p:spPr>
          <a:xfrm>
            <a:off x="9967413" y="5651863"/>
            <a:ext cx="722812" cy="246379"/>
          </a:xfrm>
          <a:prstGeom prst="roundRect">
            <a:avLst/>
          </a:prstGeom>
          <a:solidFill>
            <a:srgbClr val="383838"/>
          </a:solidFill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취소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471F64C-3D8D-480A-8E37-1CA14D3BC519}"/>
              </a:ext>
            </a:extLst>
          </p:cNvPr>
          <p:cNvSpPr txBox="1"/>
          <p:nvPr/>
        </p:nvSpPr>
        <p:spPr>
          <a:xfrm>
            <a:off x="178889" y="180229"/>
            <a:ext cx="1767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🔔</a:t>
            </a:r>
          </a:p>
        </p:txBody>
      </p:sp>
    </p:spTree>
    <p:extLst>
      <p:ext uri="{BB962C8B-B14F-4D97-AF65-F5344CB8AC3E}">
        <p14:creationId xmlns:p14="http://schemas.microsoft.com/office/powerpoint/2010/main" val="33667263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13F15FD-E9FD-489A-8332-3F2322069F66}"/>
              </a:ext>
            </a:extLst>
          </p:cNvPr>
          <p:cNvSpPr txBox="1"/>
          <p:nvPr/>
        </p:nvSpPr>
        <p:spPr>
          <a:xfrm>
            <a:off x="4254500" y="0"/>
            <a:ext cx="3683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Arial Black" panose="020B0A04020102020204" pitchFamily="34" charset="0"/>
              </a:rPr>
              <a:t>MAIN PAGE</a:t>
            </a:r>
            <a:endParaRPr lang="ko-KR" altLang="en-US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988539A-18B4-4EE0-84B8-81B40CA98261}"/>
              </a:ext>
            </a:extLst>
          </p:cNvPr>
          <p:cNvSpPr/>
          <p:nvPr/>
        </p:nvSpPr>
        <p:spPr>
          <a:xfrm>
            <a:off x="0" y="0"/>
            <a:ext cx="2362200" cy="6858000"/>
          </a:xfrm>
          <a:prstGeom prst="rect">
            <a:avLst/>
          </a:prstGeom>
          <a:solidFill>
            <a:schemeClr val="bg1">
              <a:lumMod val="85000"/>
              <a:alpha val="42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7F477874-11F8-4F8D-8555-DF51CED02644}"/>
              </a:ext>
            </a:extLst>
          </p:cNvPr>
          <p:cNvSpPr/>
          <p:nvPr/>
        </p:nvSpPr>
        <p:spPr>
          <a:xfrm>
            <a:off x="241300" y="165100"/>
            <a:ext cx="1917700" cy="393700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User Name</a:t>
            </a:r>
            <a:endParaRPr lang="ko-KR" altLang="en-US" dirty="0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0FEB2551-13D3-45D7-B6B9-481DDE38E23F}"/>
              </a:ext>
            </a:extLst>
          </p:cNvPr>
          <p:cNvGrpSpPr/>
          <p:nvPr/>
        </p:nvGrpSpPr>
        <p:grpSpPr>
          <a:xfrm>
            <a:off x="-660400" y="931637"/>
            <a:ext cx="3683000" cy="6059449"/>
            <a:chOff x="2514600" y="600658"/>
            <a:chExt cx="3683000" cy="6059449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D82CC8D-EFB2-48AE-8299-6A665A6AF192}"/>
                </a:ext>
              </a:extLst>
            </p:cNvPr>
            <p:cNvSpPr txBox="1">
              <a:spLocks/>
            </p:cNvSpPr>
            <p:nvPr/>
          </p:nvSpPr>
          <p:spPr>
            <a:xfrm>
              <a:off x="2514600" y="2706446"/>
              <a:ext cx="36830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>
                  <a:solidFill>
                    <a:schemeClr val="bg1"/>
                  </a:solidFill>
                  <a:latin typeface="Arial Black" panose="020B0A04020102020204" pitchFamily="34" charset="0"/>
                </a:rPr>
                <a:t>Project 3</a:t>
              </a:r>
              <a:endParaRPr lang="ko-KR" altLang="en-US" dirty="0">
                <a:solidFill>
                  <a:schemeClr val="bg1"/>
                </a:solidFill>
                <a:latin typeface="Arial Black" panose="020B0A04020102020204" pitchFamily="34" charset="0"/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EBFCEDA1-E503-43F8-A310-4D31DD54A202}"/>
                </a:ext>
              </a:extLst>
            </p:cNvPr>
            <p:cNvSpPr txBox="1">
              <a:spLocks/>
            </p:cNvSpPr>
            <p:nvPr/>
          </p:nvSpPr>
          <p:spPr>
            <a:xfrm>
              <a:off x="2514600" y="3261051"/>
              <a:ext cx="36830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>
                  <a:solidFill>
                    <a:schemeClr val="bg1"/>
                  </a:solidFill>
                  <a:latin typeface="Arial Black" panose="020B0A04020102020204" pitchFamily="34" charset="0"/>
                </a:rPr>
                <a:t>Project 4</a:t>
              </a:r>
              <a:endParaRPr lang="ko-KR" altLang="en-US" dirty="0">
                <a:solidFill>
                  <a:schemeClr val="bg1"/>
                </a:solidFill>
                <a:latin typeface="Arial Black" panose="020B0A04020102020204" pitchFamily="34" charset="0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FAC2F7F-E4AA-4C97-8FE1-3DBDBC10515E}"/>
                </a:ext>
              </a:extLst>
            </p:cNvPr>
            <p:cNvSpPr txBox="1">
              <a:spLocks/>
            </p:cNvSpPr>
            <p:nvPr/>
          </p:nvSpPr>
          <p:spPr>
            <a:xfrm>
              <a:off x="2514600" y="3815656"/>
              <a:ext cx="36830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>
                  <a:solidFill>
                    <a:schemeClr val="bg1"/>
                  </a:solidFill>
                  <a:latin typeface="Arial Black" panose="020B0A04020102020204" pitchFamily="34" charset="0"/>
                </a:rPr>
                <a:t>Project 5</a:t>
              </a:r>
              <a:endParaRPr lang="ko-KR" altLang="en-US" dirty="0">
                <a:solidFill>
                  <a:schemeClr val="bg1"/>
                </a:solidFill>
                <a:latin typeface="Arial Black" panose="020B0A04020102020204" pitchFamily="34" charset="0"/>
              </a:endParaRPr>
            </a:p>
          </p:txBody>
        </p:sp>
        <p:grpSp>
          <p:nvGrpSpPr>
            <p:cNvPr id="2" name="그룹 1">
              <a:extLst>
                <a:ext uri="{FF2B5EF4-FFF2-40B4-BE49-F238E27FC236}">
                  <a16:creationId xmlns:a16="http://schemas.microsoft.com/office/drawing/2014/main" id="{9E567D35-5767-4477-BA75-9A5023B056EA}"/>
                </a:ext>
              </a:extLst>
            </p:cNvPr>
            <p:cNvGrpSpPr/>
            <p:nvPr/>
          </p:nvGrpSpPr>
          <p:grpSpPr>
            <a:xfrm>
              <a:off x="2514600" y="600658"/>
              <a:ext cx="3683000" cy="6059449"/>
              <a:chOff x="2514600" y="690949"/>
              <a:chExt cx="3683000" cy="6059449"/>
            </a:xfrm>
          </p:grpSpPr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61CD440-A658-46E9-9D9D-99E954D0867C}"/>
                  </a:ext>
                </a:extLst>
              </p:cNvPr>
              <p:cNvSpPr txBox="1"/>
              <p:nvPr/>
            </p:nvSpPr>
            <p:spPr>
              <a:xfrm>
                <a:off x="2514600" y="690949"/>
                <a:ext cx="3683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2400" dirty="0">
                    <a:solidFill>
                      <a:schemeClr val="bg1"/>
                    </a:solidFill>
                    <a:latin typeface="Arial Black" panose="020B0A04020102020204" pitchFamily="34" charset="0"/>
                  </a:rPr>
                  <a:t>Projects</a:t>
                </a:r>
                <a:endParaRPr lang="ko-KR" altLang="en-US" sz="2400" dirty="0">
                  <a:solidFill>
                    <a:schemeClr val="bg1"/>
                  </a:solidFill>
                  <a:latin typeface="Arial Black" panose="020B0A04020102020204" pitchFamily="34" charset="0"/>
                </a:endParaRPr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C9F9928-E1EE-4422-8BBC-3C1F861F9D7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514600" y="1702812"/>
                <a:ext cx="36830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dirty="0">
                    <a:solidFill>
                      <a:schemeClr val="bg1"/>
                    </a:solidFill>
                    <a:latin typeface="Arial Black" panose="020B0A04020102020204" pitchFamily="34" charset="0"/>
                  </a:rPr>
                  <a:t>Project 1</a:t>
                </a:r>
                <a:endParaRPr lang="ko-KR" altLang="en-US" dirty="0">
                  <a:solidFill>
                    <a:schemeClr val="bg1"/>
                  </a:solidFill>
                  <a:latin typeface="Arial Black" panose="020B0A04020102020204" pitchFamily="34" charset="0"/>
                </a:endParaRPr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011B4CA-B5CA-44BA-BEE3-54ABFA82D05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514600" y="2293865"/>
                <a:ext cx="36830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dirty="0">
                    <a:solidFill>
                      <a:schemeClr val="bg1"/>
                    </a:solidFill>
                    <a:latin typeface="Arial Black" panose="020B0A04020102020204" pitchFamily="34" charset="0"/>
                  </a:rPr>
                  <a:t>Project 2</a:t>
                </a:r>
                <a:endParaRPr lang="ko-KR" altLang="en-US" dirty="0">
                  <a:solidFill>
                    <a:schemeClr val="bg1"/>
                  </a:solidFill>
                  <a:latin typeface="Arial Black" panose="020B0A04020102020204" pitchFamily="34" charset="0"/>
                </a:endParaRPr>
              </a:p>
            </p:txBody>
          </p:sp>
          <p:grpSp>
            <p:nvGrpSpPr>
              <p:cNvPr id="40" name="그룹 39">
                <a:extLst>
                  <a:ext uri="{FF2B5EF4-FFF2-40B4-BE49-F238E27FC236}">
                    <a16:creationId xmlns:a16="http://schemas.microsoft.com/office/drawing/2014/main" id="{AC3E3FC5-BD78-4CE2-B1F8-815B9BAFE33E}"/>
                  </a:ext>
                </a:extLst>
              </p:cNvPr>
              <p:cNvGrpSpPr/>
              <p:nvPr/>
            </p:nvGrpSpPr>
            <p:grpSpPr>
              <a:xfrm>
                <a:off x="2514600" y="4256801"/>
                <a:ext cx="3683000" cy="2493597"/>
                <a:chOff x="2514600" y="4256801"/>
                <a:chExt cx="3683000" cy="2493597"/>
              </a:xfrm>
            </p:grpSpPr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45C10D49-74D7-4EC9-BA1B-077CAE6CE867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514600" y="4256801"/>
                  <a:ext cx="368300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ko-KR" dirty="0">
                      <a:solidFill>
                        <a:schemeClr val="bg1"/>
                      </a:solidFill>
                      <a:latin typeface="Arial Black" panose="020B0A04020102020204" pitchFamily="34" charset="0"/>
                    </a:rPr>
                    <a:t>Project 6</a:t>
                  </a:r>
                  <a:endParaRPr lang="ko-KR" altLang="en-US" dirty="0">
                    <a:solidFill>
                      <a:schemeClr val="bg1"/>
                    </a:solidFill>
                    <a:latin typeface="Arial Black" panose="020B0A04020102020204" pitchFamily="34" charset="0"/>
                  </a:endParaRPr>
                </a:p>
              </p:txBody>
            </p:sp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01CA543E-3D00-472E-84AC-C7EBD05C55A3}"/>
                    </a:ext>
                  </a:extLst>
                </p:cNvPr>
                <p:cNvSpPr txBox="1"/>
                <p:nvPr/>
              </p:nvSpPr>
              <p:spPr>
                <a:xfrm>
                  <a:off x="2514600" y="4996072"/>
                  <a:ext cx="3683000" cy="175432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ko-KR" dirty="0">
                      <a:solidFill>
                        <a:schemeClr val="bg1"/>
                      </a:solidFill>
                      <a:latin typeface="Arial Black" panose="020B0A04020102020204" pitchFamily="34" charset="0"/>
                    </a:rPr>
                    <a:t>.</a:t>
                  </a:r>
                </a:p>
                <a:p>
                  <a:pPr algn="ctr"/>
                  <a:r>
                    <a:rPr lang="en-US" altLang="ko-KR" dirty="0">
                      <a:solidFill>
                        <a:schemeClr val="bg1"/>
                      </a:solidFill>
                      <a:latin typeface="Arial Black" panose="020B0A04020102020204" pitchFamily="34" charset="0"/>
                    </a:rPr>
                    <a:t>.</a:t>
                  </a:r>
                </a:p>
                <a:p>
                  <a:pPr algn="ctr"/>
                  <a:r>
                    <a:rPr lang="en-US" altLang="ko-KR" dirty="0">
                      <a:solidFill>
                        <a:schemeClr val="bg1"/>
                      </a:solidFill>
                      <a:latin typeface="Arial Black" panose="020B0A04020102020204" pitchFamily="34" charset="0"/>
                    </a:rPr>
                    <a:t>.</a:t>
                  </a:r>
                </a:p>
                <a:p>
                  <a:pPr algn="ctr"/>
                  <a:r>
                    <a:rPr lang="en-US" altLang="ko-KR" dirty="0">
                      <a:solidFill>
                        <a:schemeClr val="bg1"/>
                      </a:solidFill>
                      <a:latin typeface="Arial Black" panose="020B0A04020102020204" pitchFamily="34" charset="0"/>
                    </a:rPr>
                    <a:t>.</a:t>
                  </a:r>
                </a:p>
                <a:p>
                  <a:pPr algn="ctr"/>
                  <a:r>
                    <a:rPr lang="en-US" altLang="ko-KR" dirty="0">
                      <a:solidFill>
                        <a:schemeClr val="bg1"/>
                      </a:solidFill>
                      <a:latin typeface="Arial Black" panose="020B0A04020102020204" pitchFamily="34" charset="0"/>
                    </a:rPr>
                    <a:t>.</a:t>
                  </a:r>
                </a:p>
                <a:p>
                  <a:pPr algn="ctr"/>
                  <a:endParaRPr lang="ko-KR" altLang="en-US" dirty="0">
                    <a:solidFill>
                      <a:schemeClr val="bg1"/>
                    </a:solidFill>
                    <a:latin typeface="Arial Black" panose="020B0A04020102020204" pitchFamily="34" charset="0"/>
                  </a:endParaRPr>
                </a:p>
              </p:txBody>
            </p:sp>
          </p:grpSp>
        </p:grpSp>
      </p:grpSp>
      <p:sp>
        <p:nvSpPr>
          <p:cNvPr id="41" name="말풍선: 모서리가 둥근 사각형 40">
            <a:extLst>
              <a:ext uri="{FF2B5EF4-FFF2-40B4-BE49-F238E27FC236}">
                <a16:creationId xmlns:a16="http://schemas.microsoft.com/office/drawing/2014/main" id="{F35C9C91-57A0-44DA-8EC4-8857C36E274C}"/>
              </a:ext>
            </a:extLst>
          </p:cNvPr>
          <p:cNvSpPr/>
          <p:nvPr/>
        </p:nvSpPr>
        <p:spPr>
          <a:xfrm>
            <a:off x="2730500" y="469900"/>
            <a:ext cx="9105900" cy="6147832"/>
          </a:xfrm>
          <a:prstGeom prst="wedgeRoundRectCallout">
            <a:avLst>
              <a:gd name="adj1" fmla="val -62390"/>
              <a:gd name="adj2" fmla="val -23856"/>
              <a:gd name="adj3" fmla="val 16667"/>
            </a:avLst>
          </a:prstGeom>
          <a:solidFill>
            <a:schemeClr val="bg2">
              <a:lumMod val="75000"/>
              <a:alpha val="16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CCFD2E62-9EA8-427A-9296-EF305070A068}"/>
              </a:ext>
            </a:extLst>
          </p:cNvPr>
          <p:cNvSpPr/>
          <p:nvPr/>
        </p:nvSpPr>
        <p:spPr>
          <a:xfrm>
            <a:off x="3486150" y="931637"/>
            <a:ext cx="2019300" cy="1150363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Arial Black" panose="020B0A04020102020204" pitchFamily="34" charset="0"/>
              </a:rPr>
              <a:t>Task1</a:t>
            </a:r>
            <a:endParaRPr lang="ko-KR" altLang="en-US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88412929-1E2E-4342-B979-4A3F1962F85C}"/>
              </a:ext>
            </a:extLst>
          </p:cNvPr>
          <p:cNvSpPr/>
          <p:nvPr/>
        </p:nvSpPr>
        <p:spPr>
          <a:xfrm>
            <a:off x="3486150" y="2182568"/>
            <a:ext cx="2019300" cy="1150363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Arial Black" panose="020B0A04020102020204" pitchFamily="34" charset="0"/>
              </a:rPr>
              <a:t>Task2</a:t>
            </a:r>
            <a:endParaRPr lang="ko-KR" altLang="en-US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47CA63B8-B16E-419A-B3B7-E1D1E6029348}"/>
              </a:ext>
            </a:extLst>
          </p:cNvPr>
          <p:cNvSpPr/>
          <p:nvPr/>
        </p:nvSpPr>
        <p:spPr>
          <a:xfrm>
            <a:off x="3486150" y="3525070"/>
            <a:ext cx="2019300" cy="1150363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Arial Black" panose="020B0A04020102020204" pitchFamily="34" charset="0"/>
              </a:rPr>
              <a:t>Task3</a:t>
            </a:r>
            <a:endParaRPr lang="ko-KR" altLang="en-US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9ED49F61-ADB7-42C8-A8FE-7671F6970D11}"/>
              </a:ext>
            </a:extLst>
          </p:cNvPr>
          <p:cNvSpPr/>
          <p:nvPr/>
        </p:nvSpPr>
        <p:spPr>
          <a:xfrm>
            <a:off x="3486150" y="4866821"/>
            <a:ext cx="2019300" cy="1150363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Arial Black" panose="020B0A04020102020204" pitchFamily="34" charset="0"/>
              </a:rPr>
              <a:t>Task4</a:t>
            </a:r>
            <a:endParaRPr lang="ko-KR" altLang="en-US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sp>
        <p:nvSpPr>
          <p:cNvPr id="7" name="말풍선: 모서리가 둥근 사각형 6">
            <a:extLst>
              <a:ext uri="{FF2B5EF4-FFF2-40B4-BE49-F238E27FC236}">
                <a16:creationId xmlns:a16="http://schemas.microsoft.com/office/drawing/2014/main" id="{AC9BA5E5-E943-425D-8F09-F7FBC8CCD26F}"/>
              </a:ext>
            </a:extLst>
          </p:cNvPr>
          <p:cNvSpPr/>
          <p:nvPr/>
        </p:nvSpPr>
        <p:spPr>
          <a:xfrm>
            <a:off x="6096000" y="959758"/>
            <a:ext cx="5283200" cy="5456463"/>
          </a:xfrm>
          <a:prstGeom prst="wedgeRoundRectCallout">
            <a:avLst>
              <a:gd name="adj1" fmla="val -58973"/>
              <a:gd name="adj2" fmla="val -42792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003">
            <a:schemeClr val="dk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Assignees:1,2,3,4,5,6,…..</a:t>
            </a:r>
          </a:p>
          <a:p>
            <a:pPr algn="ctr"/>
            <a:r>
              <a:rPr lang="en-US" altLang="ko-KR" dirty="0" err="1"/>
              <a:t>Discription</a:t>
            </a:r>
            <a:r>
              <a:rPr lang="en-US" altLang="ko-KR" dirty="0"/>
              <a:t>:~~~~~~~~~~</a:t>
            </a:r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r>
              <a:rPr lang="en-US" altLang="ko-KR" dirty="0"/>
              <a:t>Tags:~~~~~~~~~~~~</a:t>
            </a:r>
          </a:p>
          <a:p>
            <a:pPr algn="ctr"/>
            <a:r>
              <a:rPr lang="en-US" altLang="ko-KR" dirty="0"/>
              <a:t>Status: ~~~~~</a:t>
            </a:r>
          </a:p>
          <a:p>
            <a:pPr algn="ctr"/>
            <a:r>
              <a:rPr lang="en-US" altLang="ko-KR" dirty="0"/>
              <a:t>Priority:~~~~</a:t>
            </a:r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ko-KR" altLang="en-US" dirty="0"/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456A608A-F1CC-423C-8DA0-B5883965CACF}"/>
              </a:ext>
            </a:extLst>
          </p:cNvPr>
          <p:cNvSpPr/>
          <p:nvPr/>
        </p:nvSpPr>
        <p:spPr>
          <a:xfrm>
            <a:off x="6705600" y="4284617"/>
            <a:ext cx="4254500" cy="1732567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Comment </a:t>
            </a:r>
            <a:r>
              <a:rPr lang="ko-KR" altLang="en-US" dirty="0"/>
              <a:t>내용</a:t>
            </a:r>
            <a:endParaRPr lang="en-US" altLang="ko-KR" dirty="0"/>
          </a:p>
          <a:p>
            <a:pPr algn="ctr"/>
            <a:endParaRPr lang="ko-KR" altLang="en-US" dirty="0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FDCD45BC-9AFC-4072-84A4-4DDF7E2C4CA8}"/>
              </a:ext>
            </a:extLst>
          </p:cNvPr>
          <p:cNvSpPr/>
          <p:nvPr/>
        </p:nvSpPr>
        <p:spPr>
          <a:xfrm>
            <a:off x="9175024" y="5651863"/>
            <a:ext cx="722812" cy="246379"/>
          </a:xfrm>
          <a:prstGeom prst="roundRect">
            <a:avLst/>
          </a:prstGeom>
          <a:solidFill>
            <a:srgbClr val="383838"/>
          </a:solidFill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수정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D386B7C7-1D76-4DBF-917D-BB2393DED242}"/>
              </a:ext>
            </a:extLst>
          </p:cNvPr>
          <p:cNvSpPr/>
          <p:nvPr/>
        </p:nvSpPr>
        <p:spPr>
          <a:xfrm>
            <a:off x="9967413" y="5651863"/>
            <a:ext cx="722812" cy="246379"/>
          </a:xfrm>
          <a:prstGeom prst="roundRect">
            <a:avLst/>
          </a:prstGeom>
          <a:solidFill>
            <a:srgbClr val="383838"/>
          </a:solidFill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삭제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471F64C-3D8D-480A-8E37-1CA14D3BC519}"/>
              </a:ext>
            </a:extLst>
          </p:cNvPr>
          <p:cNvSpPr txBox="1"/>
          <p:nvPr/>
        </p:nvSpPr>
        <p:spPr>
          <a:xfrm>
            <a:off x="178889" y="180229"/>
            <a:ext cx="1767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🔔</a:t>
            </a:r>
          </a:p>
        </p:txBody>
      </p:sp>
    </p:spTree>
    <p:extLst>
      <p:ext uri="{BB962C8B-B14F-4D97-AF65-F5344CB8AC3E}">
        <p14:creationId xmlns:p14="http://schemas.microsoft.com/office/powerpoint/2010/main" val="6159650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13F15FD-E9FD-489A-8332-3F2322069F66}"/>
              </a:ext>
            </a:extLst>
          </p:cNvPr>
          <p:cNvSpPr txBox="1"/>
          <p:nvPr/>
        </p:nvSpPr>
        <p:spPr>
          <a:xfrm>
            <a:off x="4254500" y="0"/>
            <a:ext cx="3683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Arial Black" panose="020B0A04020102020204" pitchFamily="34" charset="0"/>
              </a:rPr>
              <a:t>MAIN PAGE</a:t>
            </a:r>
            <a:endParaRPr lang="ko-KR" altLang="en-US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988539A-18B4-4EE0-84B8-81B40CA98261}"/>
              </a:ext>
            </a:extLst>
          </p:cNvPr>
          <p:cNvSpPr/>
          <p:nvPr/>
        </p:nvSpPr>
        <p:spPr>
          <a:xfrm>
            <a:off x="0" y="0"/>
            <a:ext cx="2362200" cy="6858000"/>
          </a:xfrm>
          <a:prstGeom prst="rect">
            <a:avLst/>
          </a:prstGeom>
          <a:solidFill>
            <a:schemeClr val="bg1">
              <a:lumMod val="85000"/>
              <a:alpha val="42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7F477874-11F8-4F8D-8555-DF51CED02644}"/>
              </a:ext>
            </a:extLst>
          </p:cNvPr>
          <p:cNvSpPr/>
          <p:nvPr/>
        </p:nvSpPr>
        <p:spPr>
          <a:xfrm>
            <a:off x="241300" y="165100"/>
            <a:ext cx="1917700" cy="393700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Admin</a:t>
            </a:r>
            <a:endParaRPr lang="ko-KR" altLang="en-US" dirty="0"/>
          </a:p>
        </p:txBody>
      </p:sp>
      <p:sp>
        <p:nvSpPr>
          <p:cNvPr id="41" name="말풍선: 모서리가 둥근 사각형 40">
            <a:extLst>
              <a:ext uri="{FF2B5EF4-FFF2-40B4-BE49-F238E27FC236}">
                <a16:creationId xmlns:a16="http://schemas.microsoft.com/office/drawing/2014/main" id="{F35C9C91-57A0-44DA-8EC4-8857C36E274C}"/>
              </a:ext>
            </a:extLst>
          </p:cNvPr>
          <p:cNvSpPr/>
          <p:nvPr/>
        </p:nvSpPr>
        <p:spPr>
          <a:xfrm>
            <a:off x="2730500" y="469900"/>
            <a:ext cx="9105900" cy="6147832"/>
          </a:xfrm>
          <a:prstGeom prst="wedgeRoundRectCallout">
            <a:avLst>
              <a:gd name="adj1" fmla="val -49627"/>
              <a:gd name="adj2" fmla="val -24829"/>
              <a:gd name="adj3" fmla="val 16667"/>
            </a:avLst>
          </a:prstGeom>
          <a:solidFill>
            <a:schemeClr val="bg2">
              <a:lumMod val="75000"/>
              <a:alpha val="16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CCFD2E62-9EA8-427A-9296-EF305070A068}"/>
              </a:ext>
            </a:extLst>
          </p:cNvPr>
          <p:cNvSpPr/>
          <p:nvPr/>
        </p:nvSpPr>
        <p:spPr>
          <a:xfrm>
            <a:off x="3486150" y="931637"/>
            <a:ext cx="2019300" cy="1150363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Arial Black" panose="020B0A04020102020204" pitchFamily="34" charset="0"/>
              </a:rPr>
              <a:t>Task1</a:t>
            </a:r>
            <a:endParaRPr lang="ko-KR" altLang="en-US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88412929-1E2E-4342-B979-4A3F1962F85C}"/>
              </a:ext>
            </a:extLst>
          </p:cNvPr>
          <p:cNvSpPr/>
          <p:nvPr/>
        </p:nvSpPr>
        <p:spPr>
          <a:xfrm>
            <a:off x="3486150" y="2182568"/>
            <a:ext cx="2019300" cy="1150363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Arial Black" panose="020B0A04020102020204" pitchFamily="34" charset="0"/>
              </a:rPr>
              <a:t>Task2</a:t>
            </a:r>
            <a:endParaRPr lang="ko-KR" altLang="en-US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47CA63B8-B16E-419A-B3B7-E1D1E6029348}"/>
              </a:ext>
            </a:extLst>
          </p:cNvPr>
          <p:cNvSpPr/>
          <p:nvPr/>
        </p:nvSpPr>
        <p:spPr>
          <a:xfrm>
            <a:off x="3486150" y="3525070"/>
            <a:ext cx="2019300" cy="1150363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Arial Black" panose="020B0A04020102020204" pitchFamily="34" charset="0"/>
              </a:rPr>
              <a:t>Task3</a:t>
            </a:r>
            <a:endParaRPr lang="ko-KR" altLang="en-US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9ED49F61-ADB7-42C8-A8FE-7671F6970D11}"/>
              </a:ext>
            </a:extLst>
          </p:cNvPr>
          <p:cNvSpPr/>
          <p:nvPr/>
        </p:nvSpPr>
        <p:spPr>
          <a:xfrm>
            <a:off x="3486150" y="4866821"/>
            <a:ext cx="2019300" cy="1150363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Arial Black" panose="020B0A04020102020204" pitchFamily="34" charset="0"/>
              </a:rPr>
              <a:t>Task4</a:t>
            </a:r>
            <a:endParaRPr lang="ko-KR" altLang="en-US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sp>
        <p:nvSpPr>
          <p:cNvPr id="7" name="말풍선: 모서리가 둥근 사각형 6">
            <a:extLst>
              <a:ext uri="{FF2B5EF4-FFF2-40B4-BE49-F238E27FC236}">
                <a16:creationId xmlns:a16="http://schemas.microsoft.com/office/drawing/2014/main" id="{AC9BA5E5-E943-425D-8F09-F7FBC8CCD26F}"/>
              </a:ext>
            </a:extLst>
          </p:cNvPr>
          <p:cNvSpPr/>
          <p:nvPr/>
        </p:nvSpPr>
        <p:spPr>
          <a:xfrm>
            <a:off x="6096000" y="959758"/>
            <a:ext cx="5283200" cy="5456463"/>
          </a:xfrm>
          <a:prstGeom prst="wedgeRoundRectCallout">
            <a:avLst>
              <a:gd name="adj1" fmla="val -58973"/>
              <a:gd name="adj2" fmla="val -42792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003">
            <a:schemeClr val="dk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Assignees:1,2,3,4,5,6,…..</a:t>
            </a:r>
          </a:p>
          <a:p>
            <a:pPr algn="ctr"/>
            <a:r>
              <a:rPr lang="en-US" altLang="ko-KR" dirty="0" err="1"/>
              <a:t>Discription</a:t>
            </a:r>
            <a:r>
              <a:rPr lang="en-US" altLang="ko-KR" dirty="0"/>
              <a:t>:~~~~~~~~~~</a:t>
            </a:r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r>
              <a:rPr lang="en-US" altLang="ko-KR" dirty="0"/>
              <a:t>Tags:~~~~~~~~~~~~</a:t>
            </a:r>
          </a:p>
          <a:p>
            <a:pPr algn="ctr"/>
            <a:r>
              <a:rPr lang="en-US" altLang="ko-KR" dirty="0"/>
              <a:t>Status: ~~~~~</a:t>
            </a:r>
          </a:p>
          <a:p>
            <a:pPr algn="ctr"/>
            <a:r>
              <a:rPr lang="en-US" altLang="ko-KR" dirty="0"/>
              <a:t>Priority:~~~~</a:t>
            </a:r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ko-KR" altLang="en-US" dirty="0"/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456A608A-F1CC-423C-8DA0-B5883965CACF}"/>
              </a:ext>
            </a:extLst>
          </p:cNvPr>
          <p:cNvSpPr/>
          <p:nvPr/>
        </p:nvSpPr>
        <p:spPr>
          <a:xfrm>
            <a:off x="6705600" y="4284617"/>
            <a:ext cx="4254500" cy="1732567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Comment </a:t>
            </a:r>
            <a:r>
              <a:rPr lang="ko-KR" altLang="en-US" dirty="0"/>
              <a:t>내용</a:t>
            </a:r>
            <a:endParaRPr lang="en-US" altLang="ko-KR" dirty="0"/>
          </a:p>
          <a:p>
            <a:pPr algn="ctr"/>
            <a:endParaRPr lang="ko-KR" altLang="en-US" dirty="0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FDCD45BC-9AFC-4072-84A4-4DDF7E2C4CA8}"/>
              </a:ext>
            </a:extLst>
          </p:cNvPr>
          <p:cNvSpPr/>
          <p:nvPr/>
        </p:nvSpPr>
        <p:spPr>
          <a:xfrm>
            <a:off x="9175024" y="5651863"/>
            <a:ext cx="722812" cy="246379"/>
          </a:xfrm>
          <a:prstGeom prst="roundRect">
            <a:avLst/>
          </a:prstGeom>
          <a:solidFill>
            <a:srgbClr val="383838"/>
          </a:solidFill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수정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D386B7C7-1D76-4DBF-917D-BB2393DED242}"/>
              </a:ext>
            </a:extLst>
          </p:cNvPr>
          <p:cNvSpPr/>
          <p:nvPr/>
        </p:nvSpPr>
        <p:spPr>
          <a:xfrm>
            <a:off x="9967413" y="5651863"/>
            <a:ext cx="722812" cy="246379"/>
          </a:xfrm>
          <a:prstGeom prst="roundRect">
            <a:avLst/>
          </a:prstGeom>
          <a:solidFill>
            <a:srgbClr val="383838"/>
          </a:solidFill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삭제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471F64C-3D8D-480A-8E37-1CA14D3BC519}"/>
              </a:ext>
            </a:extLst>
          </p:cNvPr>
          <p:cNvSpPr txBox="1"/>
          <p:nvPr/>
        </p:nvSpPr>
        <p:spPr>
          <a:xfrm>
            <a:off x="178889" y="180229"/>
            <a:ext cx="1767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🔔</a:t>
            </a:r>
          </a:p>
        </p:txBody>
      </p:sp>
      <p:sp>
        <p:nvSpPr>
          <p:cNvPr id="20" name="말풍선: 사각형 19">
            <a:extLst>
              <a:ext uri="{FF2B5EF4-FFF2-40B4-BE49-F238E27FC236}">
                <a16:creationId xmlns:a16="http://schemas.microsoft.com/office/drawing/2014/main" id="{3418B30F-DA4C-45E2-ACD8-ABD467441C5E}"/>
              </a:ext>
            </a:extLst>
          </p:cNvPr>
          <p:cNvSpPr/>
          <p:nvPr/>
        </p:nvSpPr>
        <p:spPr>
          <a:xfrm>
            <a:off x="261296" y="914156"/>
            <a:ext cx="1848977" cy="393701"/>
          </a:xfrm>
          <a:prstGeom prst="wedgeRectCallout">
            <a:avLst>
              <a:gd name="adj1" fmla="val -38841"/>
              <a:gd name="adj2" fmla="val -131916"/>
            </a:avLst>
          </a:prstGeom>
          <a:solidFill>
            <a:schemeClr val="tx1">
              <a:lumMod val="85000"/>
              <a:lumOff val="15000"/>
              <a:alpha val="16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890B7698-B7B4-497E-A6BE-BA261116C633}"/>
              </a:ext>
            </a:extLst>
          </p:cNvPr>
          <p:cNvSpPr/>
          <p:nvPr/>
        </p:nvSpPr>
        <p:spPr>
          <a:xfrm>
            <a:off x="355600" y="963142"/>
            <a:ext cx="810698" cy="246379"/>
          </a:xfrm>
          <a:prstGeom prst="roundRe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알림 생성</a:t>
            </a: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9E4F233F-06CD-49E7-A456-56F7057B0C55}"/>
              </a:ext>
            </a:extLst>
          </p:cNvPr>
          <p:cNvSpPr/>
          <p:nvPr/>
        </p:nvSpPr>
        <p:spPr>
          <a:xfrm>
            <a:off x="1225535" y="963142"/>
            <a:ext cx="810698" cy="246379"/>
          </a:xfrm>
          <a:prstGeom prst="roundRe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알림 확인</a:t>
            </a:r>
          </a:p>
        </p:txBody>
      </p:sp>
    </p:spTree>
    <p:extLst>
      <p:ext uri="{BB962C8B-B14F-4D97-AF65-F5344CB8AC3E}">
        <p14:creationId xmlns:p14="http://schemas.microsoft.com/office/powerpoint/2010/main" val="10496850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13F15FD-E9FD-489A-8332-3F2322069F66}"/>
              </a:ext>
            </a:extLst>
          </p:cNvPr>
          <p:cNvSpPr txBox="1"/>
          <p:nvPr/>
        </p:nvSpPr>
        <p:spPr>
          <a:xfrm>
            <a:off x="4254500" y="0"/>
            <a:ext cx="3683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Arial Black" panose="020B0A04020102020204" pitchFamily="34" charset="0"/>
              </a:rPr>
              <a:t>MAIN PAGE</a:t>
            </a:r>
            <a:endParaRPr lang="ko-KR" altLang="en-US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988539A-18B4-4EE0-84B8-81B40CA98261}"/>
              </a:ext>
            </a:extLst>
          </p:cNvPr>
          <p:cNvSpPr/>
          <p:nvPr/>
        </p:nvSpPr>
        <p:spPr>
          <a:xfrm>
            <a:off x="0" y="0"/>
            <a:ext cx="2362200" cy="6858000"/>
          </a:xfrm>
          <a:prstGeom prst="rect">
            <a:avLst/>
          </a:prstGeom>
          <a:solidFill>
            <a:schemeClr val="bg1">
              <a:lumMod val="85000"/>
              <a:alpha val="42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7F477874-11F8-4F8D-8555-DF51CED02644}"/>
              </a:ext>
            </a:extLst>
          </p:cNvPr>
          <p:cNvSpPr/>
          <p:nvPr/>
        </p:nvSpPr>
        <p:spPr>
          <a:xfrm>
            <a:off x="241300" y="165100"/>
            <a:ext cx="1917700" cy="393700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Admin</a:t>
            </a:r>
            <a:endParaRPr lang="ko-KR" altLang="en-US" dirty="0"/>
          </a:p>
        </p:txBody>
      </p:sp>
      <p:sp>
        <p:nvSpPr>
          <p:cNvPr id="41" name="말풍선: 모서리가 둥근 사각형 40">
            <a:extLst>
              <a:ext uri="{FF2B5EF4-FFF2-40B4-BE49-F238E27FC236}">
                <a16:creationId xmlns:a16="http://schemas.microsoft.com/office/drawing/2014/main" id="{F35C9C91-57A0-44DA-8EC4-8857C36E274C}"/>
              </a:ext>
            </a:extLst>
          </p:cNvPr>
          <p:cNvSpPr/>
          <p:nvPr/>
        </p:nvSpPr>
        <p:spPr>
          <a:xfrm>
            <a:off x="2730500" y="469900"/>
            <a:ext cx="9105900" cy="6147832"/>
          </a:xfrm>
          <a:prstGeom prst="wedgeRoundRectCallout">
            <a:avLst>
              <a:gd name="adj1" fmla="val -49627"/>
              <a:gd name="adj2" fmla="val -24829"/>
              <a:gd name="adj3" fmla="val 16667"/>
            </a:avLst>
          </a:prstGeom>
          <a:solidFill>
            <a:schemeClr val="bg2">
              <a:lumMod val="75000"/>
              <a:alpha val="16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CCFD2E62-9EA8-427A-9296-EF305070A068}"/>
              </a:ext>
            </a:extLst>
          </p:cNvPr>
          <p:cNvSpPr/>
          <p:nvPr/>
        </p:nvSpPr>
        <p:spPr>
          <a:xfrm>
            <a:off x="3486150" y="931637"/>
            <a:ext cx="2019300" cy="1150363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Arial Black" panose="020B0A04020102020204" pitchFamily="34" charset="0"/>
              </a:rPr>
              <a:t>Task1</a:t>
            </a:r>
            <a:endParaRPr lang="ko-KR" altLang="en-US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88412929-1E2E-4342-B979-4A3F1962F85C}"/>
              </a:ext>
            </a:extLst>
          </p:cNvPr>
          <p:cNvSpPr/>
          <p:nvPr/>
        </p:nvSpPr>
        <p:spPr>
          <a:xfrm>
            <a:off x="3486150" y="2182568"/>
            <a:ext cx="2019300" cy="1150363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Arial Black" panose="020B0A04020102020204" pitchFamily="34" charset="0"/>
              </a:rPr>
              <a:t>Task2</a:t>
            </a:r>
            <a:endParaRPr lang="ko-KR" altLang="en-US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47CA63B8-B16E-419A-B3B7-E1D1E6029348}"/>
              </a:ext>
            </a:extLst>
          </p:cNvPr>
          <p:cNvSpPr/>
          <p:nvPr/>
        </p:nvSpPr>
        <p:spPr>
          <a:xfrm>
            <a:off x="3486150" y="3525070"/>
            <a:ext cx="2019300" cy="1150363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Arial Black" panose="020B0A04020102020204" pitchFamily="34" charset="0"/>
              </a:rPr>
              <a:t>Task3</a:t>
            </a:r>
            <a:endParaRPr lang="ko-KR" altLang="en-US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9ED49F61-ADB7-42C8-A8FE-7671F6970D11}"/>
              </a:ext>
            </a:extLst>
          </p:cNvPr>
          <p:cNvSpPr/>
          <p:nvPr/>
        </p:nvSpPr>
        <p:spPr>
          <a:xfrm>
            <a:off x="3486150" y="4866821"/>
            <a:ext cx="2019300" cy="1150363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Arial Black" panose="020B0A04020102020204" pitchFamily="34" charset="0"/>
              </a:rPr>
              <a:t>Task4</a:t>
            </a:r>
            <a:endParaRPr lang="ko-KR" altLang="en-US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sp>
        <p:nvSpPr>
          <p:cNvPr id="7" name="말풍선: 모서리가 둥근 사각형 6">
            <a:extLst>
              <a:ext uri="{FF2B5EF4-FFF2-40B4-BE49-F238E27FC236}">
                <a16:creationId xmlns:a16="http://schemas.microsoft.com/office/drawing/2014/main" id="{AC9BA5E5-E943-425D-8F09-F7FBC8CCD26F}"/>
              </a:ext>
            </a:extLst>
          </p:cNvPr>
          <p:cNvSpPr/>
          <p:nvPr/>
        </p:nvSpPr>
        <p:spPr>
          <a:xfrm>
            <a:off x="6096000" y="959758"/>
            <a:ext cx="5283200" cy="5456463"/>
          </a:xfrm>
          <a:prstGeom prst="wedgeRoundRectCallout">
            <a:avLst>
              <a:gd name="adj1" fmla="val -58973"/>
              <a:gd name="adj2" fmla="val -42792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003">
            <a:schemeClr val="dk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Assignees:1,2,3,4,5,6,…..</a:t>
            </a:r>
          </a:p>
          <a:p>
            <a:pPr algn="ctr"/>
            <a:r>
              <a:rPr lang="en-US" altLang="ko-KR" dirty="0" err="1"/>
              <a:t>Discription</a:t>
            </a:r>
            <a:r>
              <a:rPr lang="en-US" altLang="ko-KR" dirty="0"/>
              <a:t>:~~~~~~~~~~</a:t>
            </a:r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r>
              <a:rPr lang="en-US" altLang="ko-KR" dirty="0"/>
              <a:t>Tags:~~~~~~~~~~~~</a:t>
            </a:r>
          </a:p>
          <a:p>
            <a:pPr algn="ctr"/>
            <a:r>
              <a:rPr lang="en-US" altLang="ko-KR" dirty="0"/>
              <a:t>Status: ~~~~~</a:t>
            </a:r>
          </a:p>
          <a:p>
            <a:pPr algn="ctr"/>
            <a:r>
              <a:rPr lang="en-US" altLang="ko-KR" dirty="0"/>
              <a:t>Priority:~~~~</a:t>
            </a:r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ko-KR" altLang="en-US" dirty="0"/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456A608A-F1CC-423C-8DA0-B5883965CACF}"/>
              </a:ext>
            </a:extLst>
          </p:cNvPr>
          <p:cNvSpPr/>
          <p:nvPr/>
        </p:nvSpPr>
        <p:spPr>
          <a:xfrm>
            <a:off x="6705600" y="4284617"/>
            <a:ext cx="4254500" cy="1732567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Comment </a:t>
            </a:r>
            <a:r>
              <a:rPr lang="ko-KR" altLang="en-US" dirty="0"/>
              <a:t>내용</a:t>
            </a:r>
            <a:endParaRPr lang="en-US" altLang="ko-KR" dirty="0"/>
          </a:p>
          <a:p>
            <a:pPr algn="ctr"/>
            <a:endParaRPr lang="ko-KR" altLang="en-US" dirty="0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FDCD45BC-9AFC-4072-84A4-4DDF7E2C4CA8}"/>
              </a:ext>
            </a:extLst>
          </p:cNvPr>
          <p:cNvSpPr/>
          <p:nvPr/>
        </p:nvSpPr>
        <p:spPr>
          <a:xfrm>
            <a:off x="9175024" y="5651863"/>
            <a:ext cx="722812" cy="246379"/>
          </a:xfrm>
          <a:prstGeom prst="roundRect">
            <a:avLst/>
          </a:prstGeom>
          <a:solidFill>
            <a:srgbClr val="383838"/>
          </a:solidFill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수정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D386B7C7-1D76-4DBF-917D-BB2393DED242}"/>
              </a:ext>
            </a:extLst>
          </p:cNvPr>
          <p:cNvSpPr/>
          <p:nvPr/>
        </p:nvSpPr>
        <p:spPr>
          <a:xfrm>
            <a:off x="9967413" y="5651863"/>
            <a:ext cx="722812" cy="246379"/>
          </a:xfrm>
          <a:prstGeom prst="roundRect">
            <a:avLst/>
          </a:prstGeom>
          <a:solidFill>
            <a:srgbClr val="383838"/>
          </a:solidFill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삭제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471F64C-3D8D-480A-8E37-1CA14D3BC519}"/>
              </a:ext>
            </a:extLst>
          </p:cNvPr>
          <p:cNvSpPr txBox="1"/>
          <p:nvPr/>
        </p:nvSpPr>
        <p:spPr>
          <a:xfrm>
            <a:off x="178889" y="180229"/>
            <a:ext cx="1767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🔔</a:t>
            </a:r>
          </a:p>
        </p:txBody>
      </p:sp>
      <p:sp>
        <p:nvSpPr>
          <p:cNvPr id="20" name="말풍선: 사각형 19">
            <a:extLst>
              <a:ext uri="{FF2B5EF4-FFF2-40B4-BE49-F238E27FC236}">
                <a16:creationId xmlns:a16="http://schemas.microsoft.com/office/drawing/2014/main" id="{3418B30F-DA4C-45E2-ACD8-ABD467441C5E}"/>
              </a:ext>
            </a:extLst>
          </p:cNvPr>
          <p:cNvSpPr/>
          <p:nvPr/>
        </p:nvSpPr>
        <p:spPr>
          <a:xfrm>
            <a:off x="261296" y="914156"/>
            <a:ext cx="1848977" cy="2335687"/>
          </a:xfrm>
          <a:prstGeom prst="wedgeRectCallout">
            <a:avLst>
              <a:gd name="adj1" fmla="val -38841"/>
              <a:gd name="adj2" fmla="val -61801"/>
            </a:avLst>
          </a:prstGeom>
          <a:solidFill>
            <a:schemeClr val="tx1">
              <a:lumMod val="85000"/>
              <a:lumOff val="15000"/>
              <a:alpha val="16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83B1CC9D-A7F3-4DC9-BD30-4CDDC8A16656}"/>
              </a:ext>
            </a:extLst>
          </p:cNvPr>
          <p:cNvSpPr/>
          <p:nvPr/>
        </p:nvSpPr>
        <p:spPr>
          <a:xfrm>
            <a:off x="405278" y="1062048"/>
            <a:ext cx="1553010" cy="555477"/>
          </a:xfrm>
          <a:prstGeom prst="roundRect">
            <a:avLst/>
          </a:prstGeom>
          <a:solidFill>
            <a:schemeClr val="tx1">
              <a:lumMod val="85000"/>
              <a:lumOff val="15000"/>
              <a:alpha val="16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알림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73471E8-AC75-4C7C-895C-A0AB01954FA5}"/>
              </a:ext>
            </a:extLst>
          </p:cNvPr>
          <p:cNvSpPr txBox="1"/>
          <p:nvPr/>
        </p:nvSpPr>
        <p:spPr>
          <a:xfrm>
            <a:off x="1749154" y="1046698"/>
            <a:ext cx="12818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X</a:t>
            </a:r>
            <a:endParaRPr lang="ko-KR" altLang="en-US" sz="800" dirty="0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67F7158F-F6A7-4791-8EE3-32EB851DF851}"/>
              </a:ext>
            </a:extLst>
          </p:cNvPr>
          <p:cNvSpPr/>
          <p:nvPr/>
        </p:nvSpPr>
        <p:spPr>
          <a:xfrm>
            <a:off x="405278" y="1765417"/>
            <a:ext cx="1553010" cy="555477"/>
          </a:xfrm>
          <a:prstGeom prst="roundRect">
            <a:avLst/>
          </a:prstGeom>
          <a:solidFill>
            <a:schemeClr val="tx1">
              <a:lumMod val="85000"/>
              <a:lumOff val="15000"/>
              <a:alpha val="16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알림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DA6E68B-8E81-4152-A6C2-B1D92A0DF5A4}"/>
              </a:ext>
            </a:extLst>
          </p:cNvPr>
          <p:cNvSpPr txBox="1"/>
          <p:nvPr/>
        </p:nvSpPr>
        <p:spPr>
          <a:xfrm>
            <a:off x="1749154" y="1750067"/>
            <a:ext cx="12818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X</a:t>
            </a:r>
            <a:endParaRPr lang="ko-KR" altLang="en-US" sz="800" dirty="0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95AF8E67-52F8-484E-A118-50DC77192B5E}"/>
              </a:ext>
            </a:extLst>
          </p:cNvPr>
          <p:cNvSpPr/>
          <p:nvPr/>
        </p:nvSpPr>
        <p:spPr>
          <a:xfrm>
            <a:off x="405278" y="2468786"/>
            <a:ext cx="1553010" cy="555477"/>
          </a:xfrm>
          <a:prstGeom prst="roundRect">
            <a:avLst/>
          </a:prstGeom>
          <a:solidFill>
            <a:schemeClr val="tx1">
              <a:lumMod val="85000"/>
              <a:lumOff val="15000"/>
              <a:alpha val="16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알림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CAE0B35-6DEE-4873-8269-CFD00E58069A}"/>
              </a:ext>
            </a:extLst>
          </p:cNvPr>
          <p:cNvSpPr txBox="1"/>
          <p:nvPr/>
        </p:nvSpPr>
        <p:spPr>
          <a:xfrm>
            <a:off x="1749154" y="2453436"/>
            <a:ext cx="12818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X</a:t>
            </a:r>
            <a:endParaRPr lang="ko-KR" altLang="en-US" sz="800" dirty="0"/>
          </a:p>
        </p:txBody>
      </p:sp>
      <p:sp>
        <p:nvSpPr>
          <p:cNvPr id="23" name="말풍선: 모서리가 둥근 사각형 22">
            <a:extLst>
              <a:ext uri="{FF2B5EF4-FFF2-40B4-BE49-F238E27FC236}">
                <a16:creationId xmlns:a16="http://schemas.microsoft.com/office/drawing/2014/main" id="{54D81CB2-8DB6-42E2-BAEC-694231D94E4B}"/>
              </a:ext>
            </a:extLst>
          </p:cNvPr>
          <p:cNvSpPr/>
          <p:nvPr/>
        </p:nvSpPr>
        <p:spPr>
          <a:xfrm>
            <a:off x="261296" y="3605199"/>
            <a:ext cx="2050104" cy="824411"/>
          </a:xfrm>
          <a:prstGeom prst="wedgeRoundRectCallout">
            <a:avLst>
              <a:gd name="adj1" fmla="val -22083"/>
              <a:gd name="adj2" fmla="val -71223"/>
              <a:gd name="adj3" fmla="val 16667"/>
            </a:avLst>
          </a:prstGeom>
          <a:solidFill>
            <a:schemeClr val="bg2">
              <a:lumMod val="75000"/>
              <a:alpha val="16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/>
              <a:t>본인 소유의 알림만</a:t>
            </a:r>
            <a:r>
              <a:rPr lang="en-US" altLang="ko-KR" sz="1100" dirty="0"/>
              <a:t> </a:t>
            </a:r>
            <a:r>
              <a:rPr lang="ko-KR" altLang="en-US" sz="1100" dirty="0"/>
              <a:t>읽음 처리 가능</a:t>
            </a:r>
          </a:p>
        </p:txBody>
      </p:sp>
    </p:spTree>
    <p:extLst>
      <p:ext uri="{BB962C8B-B14F-4D97-AF65-F5344CB8AC3E}">
        <p14:creationId xmlns:p14="http://schemas.microsoft.com/office/powerpoint/2010/main" val="4209946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A988539A-18B4-4EE0-84B8-81B40CA98261}"/>
              </a:ext>
            </a:extLst>
          </p:cNvPr>
          <p:cNvSpPr/>
          <p:nvPr/>
        </p:nvSpPr>
        <p:spPr>
          <a:xfrm>
            <a:off x="0" y="0"/>
            <a:ext cx="2362200" cy="6858000"/>
          </a:xfrm>
          <a:prstGeom prst="rect">
            <a:avLst/>
          </a:prstGeom>
          <a:solidFill>
            <a:schemeClr val="bg1">
              <a:lumMod val="85000"/>
              <a:alpha val="42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7F477874-11F8-4F8D-8555-DF51CED02644}"/>
              </a:ext>
            </a:extLst>
          </p:cNvPr>
          <p:cNvSpPr/>
          <p:nvPr/>
        </p:nvSpPr>
        <p:spPr>
          <a:xfrm>
            <a:off x="4278462" y="121968"/>
            <a:ext cx="4002896" cy="1353148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ko-KR" altLang="en-US" sz="1200" dirty="0"/>
              <a:t>알림 유형</a:t>
            </a:r>
            <a:endParaRPr lang="en-US" altLang="ko-KR" sz="1200" dirty="0"/>
          </a:p>
          <a:p>
            <a:endParaRPr lang="en-US" altLang="ko-KR" sz="1200" dirty="0"/>
          </a:p>
          <a:p>
            <a:endParaRPr lang="en-US" altLang="ko-KR" sz="1200" dirty="0"/>
          </a:p>
          <a:p>
            <a:endParaRPr lang="ko-KR" altLang="en-US" sz="1200" dirty="0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21BD3632-D070-4020-825A-A995FB961033}"/>
              </a:ext>
            </a:extLst>
          </p:cNvPr>
          <p:cNvSpPr/>
          <p:nvPr/>
        </p:nvSpPr>
        <p:spPr>
          <a:xfrm>
            <a:off x="4476997" y="760021"/>
            <a:ext cx="3515097" cy="166254"/>
          </a:xfrm>
          <a:prstGeom prst="roundRect">
            <a:avLst/>
          </a:prstGeom>
          <a:solidFill>
            <a:schemeClr val="tx1">
              <a:lumMod val="85000"/>
              <a:lumOff val="15000"/>
              <a:alpha val="16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50" dirty="0">
                <a:solidFill>
                  <a:schemeClr val="tx1"/>
                </a:solidFill>
              </a:rPr>
              <a:t>EX) TASK_ASSIGNED</a:t>
            </a:r>
            <a:endParaRPr lang="ko-KR" altLang="en-US" sz="1050" dirty="0">
              <a:solidFill>
                <a:schemeClr val="tx1"/>
              </a:solidFill>
            </a:endParaRP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34FDF94B-77D8-4EF3-9093-68E301D14D6E}"/>
              </a:ext>
            </a:extLst>
          </p:cNvPr>
          <p:cNvSpPr/>
          <p:nvPr/>
        </p:nvSpPr>
        <p:spPr>
          <a:xfrm>
            <a:off x="7077694" y="1116281"/>
            <a:ext cx="439387" cy="166254"/>
          </a:xfrm>
          <a:prstGeom prst="roundRect">
            <a:avLst/>
          </a:prstGeom>
          <a:solidFill>
            <a:schemeClr val="tx1">
              <a:lumMod val="85000"/>
              <a:lumOff val="15000"/>
              <a:alpha val="16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b="1" dirty="0">
                <a:solidFill>
                  <a:schemeClr val="tx1"/>
                </a:solidFill>
              </a:rPr>
              <a:t>확인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C8263E6C-A25E-4B21-B29E-5859D17E04D9}"/>
              </a:ext>
            </a:extLst>
          </p:cNvPr>
          <p:cNvSpPr/>
          <p:nvPr/>
        </p:nvSpPr>
        <p:spPr>
          <a:xfrm>
            <a:off x="7552707" y="1116281"/>
            <a:ext cx="439387" cy="166254"/>
          </a:xfrm>
          <a:prstGeom prst="roundRect">
            <a:avLst/>
          </a:prstGeom>
          <a:solidFill>
            <a:schemeClr val="tx1">
              <a:lumMod val="85000"/>
              <a:lumOff val="15000"/>
              <a:alpha val="16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b="1" dirty="0">
                <a:solidFill>
                  <a:schemeClr val="tx1"/>
                </a:solidFill>
              </a:rPr>
              <a:t>취소</a:t>
            </a:r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42CAEBA5-38D5-472E-ADF4-6CCCFF097AED}"/>
              </a:ext>
            </a:extLst>
          </p:cNvPr>
          <p:cNvSpPr/>
          <p:nvPr/>
        </p:nvSpPr>
        <p:spPr>
          <a:xfrm>
            <a:off x="4278462" y="1665122"/>
            <a:ext cx="4002896" cy="1353148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ko-KR" altLang="en-US" sz="1200" dirty="0"/>
              <a:t>참조 대상 종류</a:t>
            </a:r>
            <a:endParaRPr lang="en-US" altLang="ko-KR" sz="1200" dirty="0"/>
          </a:p>
          <a:p>
            <a:endParaRPr lang="en-US" altLang="ko-KR" sz="1200" dirty="0"/>
          </a:p>
          <a:p>
            <a:endParaRPr lang="en-US" altLang="ko-KR" sz="1200" dirty="0"/>
          </a:p>
          <a:p>
            <a:endParaRPr lang="ko-KR" altLang="en-US" sz="1200" dirty="0"/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31B66C14-5767-48A4-BB11-1DB9CAD634B1}"/>
              </a:ext>
            </a:extLst>
          </p:cNvPr>
          <p:cNvSpPr/>
          <p:nvPr/>
        </p:nvSpPr>
        <p:spPr>
          <a:xfrm>
            <a:off x="4476997" y="2303175"/>
            <a:ext cx="3515097" cy="166254"/>
          </a:xfrm>
          <a:prstGeom prst="roundRect">
            <a:avLst/>
          </a:prstGeom>
          <a:solidFill>
            <a:schemeClr val="tx1">
              <a:lumMod val="85000"/>
              <a:lumOff val="15000"/>
              <a:alpha val="16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50" dirty="0">
                <a:solidFill>
                  <a:schemeClr val="tx1"/>
                </a:solidFill>
              </a:rPr>
              <a:t>EX) TASK OR COMMENT</a:t>
            </a:r>
            <a:endParaRPr lang="ko-KR" altLang="en-US" sz="1050" dirty="0">
              <a:solidFill>
                <a:schemeClr val="tx1"/>
              </a:solidFill>
            </a:endParaRPr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510F948B-BABC-43DA-80EA-F2223619C27F}"/>
              </a:ext>
            </a:extLst>
          </p:cNvPr>
          <p:cNvSpPr/>
          <p:nvPr/>
        </p:nvSpPr>
        <p:spPr>
          <a:xfrm>
            <a:off x="7077694" y="2659435"/>
            <a:ext cx="439387" cy="166254"/>
          </a:xfrm>
          <a:prstGeom prst="roundRect">
            <a:avLst/>
          </a:prstGeom>
          <a:solidFill>
            <a:schemeClr val="tx1">
              <a:lumMod val="85000"/>
              <a:lumOff val="15000"/>
              <a:alpha val="16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b="1" dirty="0">
                <a:solidFill>
                  <a:schemeClr val="tx1"/>
                </a:solidFill>
              </a:rPr>
              <a:t>확인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E2307F83-8493-45DA-94AF-EC5BED9764C6}"/>
              </a:ext>
            </a:extLst>
          </p:cNvPr>
          <p:cNvSpPr/>
          <p:nvPr/>
        </p:nvSpPr>
        <p:spPr>
          <a:xfrm>
            <a:off x="7552707" y="2659435"/>
            <a:ext cx="439387" cy="166254"/>
          </a:xfrm>
          <a:prstGeom prst="roundRect">
            <a:avLst/>
          </a:prstGeom>
          <a:solidFill>
            <a:schemeClr val="tx1">
              <a:lumMod val="85000"/>
              <a:lumOff val="15000"/>
              <a:alpha val="16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b="1" dirty="0">
                <a:solidFill>
                  <a:schemeClr val="tx1"/>
                </a:solidFill>
              </a:rPr>
              <a:t>취소</a:t>
            </a:r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5A9A41C0-2C93-404A-B98C-C6475DE1BE20}"/>
              </a:ext>
            </a:extLst>
          </p:cNvPr>
          <p:cNvSpPr/>
          <p:nvPr/>
        </p:nvSpPr>
        <p:spPr>
          <a:xfrm>
            <a:off x="4278462" y="3278889"/>
            <a:ext cx="4002896" cy="1353148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ko-KR" altLang="en-US" sz="1200" dirty="0"/>
              <a:t>참조 대상 </a:t>
            </a:r>
            <a:r>
              <a:rPr lang="en-US" altLang="ko-KR" sz="1200" dirty="0"/>
              <a:t>ID</a:t>
            </a:r>
          </a:p>
          <a:p>
            <a:endParaRPr lang="en-US" altLang="ko-KR" sz="1200" dirty="0"/>
          </a:p>
          <a:p>
            <a:endParaRPr lang="en-US" altLang="ko-KR" sz="1200" dirty="0"/>
          </a:p>
          <a:p>
            <a:endParaRPr lang="ko-KR" altLang="en-US" sz="1200" dirty="0"/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4244C91F-DDCD-473E-8F19-2BACD01309AD}"/>
              </a:ext>
            </a:extLst>
          </p:cNvPr>
          <p:cNvSpPr/>
          <p:nvPr/>
        </p:nvSpPr>
        <p:spPr>
          <a:xfrm>
            <a:off x="4476997" y="3916942"/>
            <a:ext cx="3515097" cy="166254"/>
          </a:xfrm>
          <a:prstGeom prst="roundRect">
            <a:avLst/>
          </a:prstGeom>
          <a:solidFill>
            <a:schemeClr val="tx1">
              <a:lumMod val="85000"/>
              <a:lumOff val="15000"/>
              <a:alpha val="16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 err="1">
                <a:solidFill>
                  <a:schemeClr val="tx1"/>
                </a:solidFill>
              </a:rPr>
              <a:t>UserId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D1281C09-F41F-49DE-B1FC-0568C211896E}"/>
              </a:ext>
            </a:extLst>
          </p:cNvPr>
          <p:cNvSpPr/>
          <p:nvPr/>
        </p:nvSpPr>
        <p:spPr>
          <a:xfrm>
            <a:off x="7077694" y="4273202"/>
            <a:ext cx="439387" cy="166254"/>
          </a:xfrm>
          <a:prstGeom prst="roundRect">
            <a:avLst/>
          </a:prstGeom>
          <a:solidFill>
            <a:schemeClr val="tx1">
              <a:lumMod val="85000"/>
              <a:lumOff val="15000"/>
              <a:alpha val="16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b="1" dirty="0">
                <a:solidFill>
                  <a:schemeClr val="tx1"/>
                </a:solidFill>
              </a:rPr>
              <a:t>확인</a:t>
            </a:r>
          </a:p>
        </p:txBody>
      </p:sp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779ADBD1-7D44-49DD-ACA0-A5096087D3C5}"/>
              </a:ext>
            </a:extLst>
          </p:cNvPr>
          <p:cNvSpPr/>
          <p:nvPr/>
        </p:nvSpPr>
        <p:spPr>
          <a:xfrm>
            <a:off x="7552707" y="4273202"/>
            <a:ext cx="439387" cy="166254"/>
          </a:xfrm>
          <a:prstGeom prst="roundRect">
            <a:avLst/>
          </a:prstGeom>
          <a:solidFill>
            <a:schemeClr val="tx1">
              <a:lumMod val="85000"/>
              <a:lumOff val="15000"/>
              <a:alpha val="16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b="1" dirty="0">
                <a:solidFill>
                  <a:schemeClr val="tx1"/>
                </a:solidFill>
              </a:rPr>
              <a:t>취소</a:t>
            </a:r>
          </a:p>
        </p:txBody>
      </p: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7690B5D1-27A7-4F1C-84B8-CFD763FB0F85}"/>
              </a:ext>
            </a:extLst>
          </p:cNvPr>
          <p:cNvSpPr/>
          <p:nvPr/>
        </p:nvSpPr>
        <p:spPr>
          <a:xfrm>
            <a:off x="4278462" y="4822043"/>
            <a:ext cx="4002896" cy="1353148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ko-KR" altLang="en-US" sz="1200" dirty="0"/>
              <a:t>알림 메시지</a:t>
            </a:r>
            <a:endParaRPr lang="en-US" altLang="ko-KR" sz="1200" dirty="0"/>
          </a:p>
          <a:p>
            <a:endParaRPr lang="en-US" altLang="ko-KR" sz="1200" dirty="0"/>
          </a:p>
          <a:p>
            <a:endParaRPr lang="en-US" altLang="ko-KR" sz="1200" dirty="0"/>
          </a:p>
          <a:p>
            <a:endParaRPr lang="ko-KR" altLang="en-US" sz="1200" dirty="0"/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0BCC5A9B-44E3-490E-9F21-741B948D2CEA}"/>
              </a:ext>
            </a:extLst>
          </p:cNvPr>
          <p:cNvSpPr/>
          <p:nvPr/>
        </p:nvSpPr>
        <p:spPr>
          <a:xfrm>
            <a:off x="4476997" y="5460096"/>
            <a:ext cx="3515097" cy="166254"/>
          </a:xfrm>
          <a:prstGeom prst="roundRect">
            <a:avLst/>
          </a:prstGeom>
          <a:solidFill>
            <a:schemeClr val="tx1">
              <a:lumMod val="85000"/>
              <a:lumOff val="15000"/>
              <a:alpha val="16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64AA375B-DD51-4F78-8917-C9E8CDC94B9F}"/>
              </a:ext>
            </a:extLst>
          </p:cNvPr>
          <p:cNvSpPr/>
          <p:nvPr/>
        </p:nvSpPr>
        <p:spPr>
          <a:xfrm>
            <a:off x="7077694" y="5816356"/>
            <a:ext cx="439387" cy="166254"/>
          </a:xfrm>
          <a:prstGeom prst="roundRect">
            <a:avLst/>
          </a:prstGeom>
          <a:solidFill>
            <a:schemeClr val="tx1">
              <a:lumMod val="85000"/>
              <a:lumOff val="15000"/>
              <a:alpha val="16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b="1" dirty="0">
                <a:solidFill>
                  <a:schemeClr val="tx1"/>
                </a:solidFill>
              </a:rPr>
              <a:t>확인</a:t>
            </a: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D89D58DF-2032-48EA-B9B8-765514AEE14A}"/>
              </a:ext>
            </a:extLst>
          </p:cNvPr>
          <p:cNvSpPr/>
          <p:nvPr/>
        </p:nvSpPr>
        <p:spPr>
          <a:xfrm>
            <a:off x="7552707" y="5816356"/>
            <a:ext cx="439387" cy="166254"/>
          </a:xfrm>
          <a:prstGeom prst="roundRect">
            <a:avLst/>
          </a:prstGeom>
          <a:solidFill>
            <a:schemeClr val="tx1">
              <a:lumMod val="85000"/>
              <a:lumOff val="15000"/>
              <a:alpha val="16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b="1" dirty="0">
                <a:solidFill>
                  <a:schemeClr val="tx1"/>
                </a:solidFill>
              </a:rPr>
              <a:t>취소</a:t>
            </a:r>
          </a:p>
        </p:txBody>
      </p:sp>
    </p:spTree>
    <p:extLst>
      <p:ext uri="{BB962C8B-B14F-4D97-AF65-F5344CB8AC3E}">
        <p14:creationId xmlns:p14="http://schemas.microsoft.com/office/powerpoint/2010/main" val="370296992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142110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1">
            <a:lumMod val="85000"/>
            <a:lumOff val="15000"/>
            <a:alpha val="16000"/>
          </a:schemeClr>
        </a:solidFill>
      </a:spPr>
      <a:bodyPr rtlCol="0" anchor="ctr"/>
      <a:lstStyle>
        <a:defPPr algn="ctr">
          <a:defRPr dirty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540</TotalTime>
  <Words>523</Words>
  <Application>Microsoft Office PowerPoint</Application>
  <PresentationFormat>와이드스크린</PresentationFormat>
  <Paragraphs>365</Paragraphs>
  <Slides>15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19" baseType="lpstr">
      <vt:lpstr>맑은 고딕</vt:lpstr>
      <vt:lpstr>Arial</vt:lpstr>
      <vt:lpstr>Arial Black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Jin_Yeong Park</cp:lastModifiedBy>
  <cp:revision>29</cp:revision>
  <dcterms:created xsi:type="dcterms:W3CDTF">2025-09-30T08:05:38Z</dcterms:created>
  <dcterms:modified xsi:type="dcterms:W3CDTF">2025-10-07T11:26:58Z</dcterms:modified>
</cp:coreProperties>
</file>